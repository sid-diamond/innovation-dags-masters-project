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
  </p:notesMasterIdLst>
  <p:sldIdLst>
    <p:sldId id="258" r:id="rId2"/>
  </p:sldIdLst>
  <p:sldSz cx="21383625" cy="30275213"/>
  <p:notesSz cx="6858000" cy="9144000"/>
  <p:embeddedFontLst>
    <p:embeddedFont>
      <p:font typeface="Cambria Math" panose="02040503050406030204" pitchFamily="18" charset="0"/>
      <p:regular r:id="rId4"/>
    </p:embeddedFont>
    <p:embeddedFont>
      <p:font typeface="Imperial Sans Text" panose="020B0604020202020204" charset="0"/>
      <p:regular r:id="rId5"/>
      <p:bold r:id="rId6"/>
    </p:embeddedFont>
    <p:embeddedFont>
      <p:font typeface="Imperial Sans Text Extrabold" panose="020B0604020202020204" charset="0"/>
      <p:bold r:id="rId7"/>
    </p:embeddedFont>
    <p:embeddedFont>
      <p:font typeface="Imperial Sans Text Semibold" panose="020B0604020202020204" charset="0"/>
      <p:bold r:id="rId8"/>
    </p:embeddedFont>
  </p:embeddedFontLst>
  <p:defaultTextStyle>
    <a:defPPr>
      <a:defRPr lang="en-US"/>
    </a:defPPr>
    <a:lvl1pPr marL="0" algn="l" defTabSz="2479451" rtl="0" eaLnBrk="1" latinLnBrk="0" hangingPunct="1">
      <a:defRPr sz="4881" kern="1200">
        <a:solidFill>
          <a:schemeClr val="tx1"/>
        </a:solidFill>
        <a:latin typeface="+mn-lt"/>
        <a:ea typeface="+mn-ea"/>
        <a:cs typeface="+mn-cs"/>
      </a:defRPr>
    </a:lvl1pPr>
    <a:lvl2pPr marL="1239727" algn="l" defTabSz="2479451" rtl="0" eaLnBrk="1" latinLnBrk="0" hangingPunct="1">
      <a:defRPr sz="4881" kern="1200">
        <a:solidFill>
          <a:schemeClr val="tx1"/>
        </a:solidFill>
        <a:latin typeface="+mn-lt"/>
        <a:ea typeface="+mn-ea"/>
        <a:cs typeface="+mn-cs"/>
      </a:defRPr>
    </a:lvl2pPr>
    <a:lvl3pPr marL="2479451" algn="l" defTabSz="2479451" rtl="0" eaLnBrk="1" latinLnBrk="0" hangingPunct="1">
      <a:defRPr sz="4881" kern="1200">
        <a:solidFill>
          <a:schemeClr val="tx1"/>
        </a:solidFill>
        <a:latin typeface="+mn-lt"/>
        <a:ea typeface="+mn-ea"/>
        <a:cs typeface="+mn-cs"/>
      </a:defRPr>
    </a:lvl3pPr>
    <a:lvl4pPr marL="3719178" algn="l" defTabSz="2479451" rtl="0" eaLnBrk="1" latinLnBrk="0" hangingPunct="1">
      <a:defRPr sz="4881" kern="1200">
        <a:solidFill>
          <a:schemeClr val="tx1"/>
        </a:solidFill>
        <a:latin typeface="+mn-lt"/>
        <a:ea typeface="+mn-ea"/>
        <a:cs typeface="+mn-cs"/>
      </a:defRPr>
    </a:lvl4pPr>
    <a:lvl5pPr marL="4958902" algn="l" defTabSz="2479451" rtl="0" eaLnBrk="1" latinLnBrk="0" hangingPunct="1">
      <a:defRPr sz="4881" kern="1200">
        <a:solidFill>
          <a:schemeClr val="tx1"/>
        </a:solidFill>
        <a:latin typeface="+mn-lt"/>
        <a:ea typeface="+mn-ea"/>
        <a:cs typeface="+mn-cs"/>
      </a:defRPr>
    </a:lvl5pPr>
    <a:lvl6pPr marL="6198629" algn="l" defTabSz="2479451" rtl="0" eaLnBrk="1" latinLnBrk="0" hangingPunct="1">
      <a:defRPr sz="4881" kern="1200">
        <a:solidFill>
          <a:schemeClr val="tx1"/>
        </a:solidFill>
        <a:latin typeface="+mn-lt"/>
        <a:ea typeface="+mn-ea"/>
        <a:cs typeface="+mn-cs"/>
      </a:defRPr>
    </a:lvl6pPr>
    <a:lvl7pPr marL="7438356" algn="l" defTabSz="2479451" rtl="0" eaLnBrk="1" latinLnBrk="0" hangingPunct="1">
      <a:defRPr sz="4881" kern="1200">
        <a:solidFill>
          <a:schemeClr val="tx1"/>
        </a:solidFill>
        <a:latin typeface="+mn-lt"/>
        <a:ea typeface="+mn-ea"/>
        <a:cs typeface="+mn-cs"/>
      </a:defRPr>
    </a:lvl7pPr>
    <a:lvl8pPr marL="8678080" algn="l" defTabSz="2479451" rtl="0" eaLnBrk="1" latinLnBrk="0" hangingPunct="1">
      <a:defRPr sz="4881" kern="1200">
        <a:solidFill>
          <a:schemeClr val="tx1"/>
        </a:solidFill>
        <a:latin typeface="+mn-lt"/>
        <a:ea typeface="+mn-ea"/>
        <a:cs typeface="+mn-cs"/>
      </a:defRPr>
    </a:lvl8pPr>
    <a:lvl9pPr marL="9917807" algn="l" defTabSz="2479451" rtl="0" eaLnBrk="1" latinLnBrk="0" hangingPunct="1">
      <a:defRPr sz="4881"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58" userDrawn="1">
          <p15:clr>
            <a:srgbClr val="A4A3A4"/>
          </p15:clr>
        </p15:guide>
        <p15:guide id="2" pos="67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5" autoAdjust="0"/>
    <p:restoredTop sz="94660"/>
  </p:normalViewPr>
  <p:slideViewPr>
    <p:cSldViewPr snapToGrid="0" showGuides="1">
      <p:cViewPr>
        <p:scale>
          <a:sx n="60" d="100"/>
          <a:sy n="60" d="100"/>
        </p:scale>
        <p:origin x="-163" y="-5390"/>
      </p:cViewPr>
      <p:guideLst>
        <p:guide orient="horz" pos="9558"/>
        <p:guide pos="6735"/>
      </p:guideLst>
    </p:cSldViewPr>
  </p:slideViewPr>
  <p:notesTextViewPr>
    <p:cViewPr>
      <p:scale>
        <a:sx n="1" d="1"/>
        <a:sy n="1" d="1"/>
      </p:scale>
      <p:origin x="0" y="0"/>
    </p:cViewPr>
  </p:notesTextViewPr>
  <p:sorterViewPr>
    <p:cViewPr>
      <p:scale>
        <a:sx n="1" d="2"/>
        <a:sy n="1" d="2"/>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theme" Target="theme/theme1.xml"/><Relationship Id="rId5" Type="http://schemas.openxmlformats.org/officeDocument/2006/relationships/font" Target="fonts/font2.fntdata"/><Relationship Id="rId10" Type="http://schemas.openxmlformats.org/officeDocument/2006/relationships/viewProps" Target="viewProps.xml"/><Relationship Id="rId4" Type="http://schemas.openxmlformats.org/officeDocument/2006/relationships/font" Target="fonts/font1.fntdata"/><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E0D2A8-8F95-47C2-ABE1-A779F5A43C98}" type="datetimeFigureOut">
              <a:rPr lang="en-US" smtClean="0"/>
              <a:t>2/17/2026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77663E2-27CE-4C79-91D3-7F5C4262D57F}" type="slidenum">
              <a:rPr lang="en-US" smtClean="0"/>
              <a:t>‹#›</a:t>
            </a:fld>
            <a:endParaRPr lang="en-US"/>
          </a:p>
        </p:txBody>
      </p:sp>
    </p:spTree>
    <p:extLst>
      <p:ext uri="{BB962C8B-B14F-4D97-AF65-F5344CB8AC3E}">
        <p14:creationId xmlns:p14="http://schemas.microsoft.com/office/powerpoint/2010/main" val="1230559577"/>
      </p:ext>
    </p:extLst>
  </p:cSld>
  <p:clrMap bg1="lt1" tx1="dk1" bg2="lt2" tx2="dk2" accent1="accent1" accent2="accent2" accent3="accent3" accent4="accent4" accent5="accent5" accent6="accent6" hlink="hlink" folHlink="folHlink"/>
  <p:notesStyle>
    <a:lvl1pPr marL="0" algn="l" defTabSz="2479451" rtl="0" eaLnBrk="1" latinLnBrk="0" hangingPunct="1">
      <a:defRPr sz="3254" kern="1200">
        <a:solidFill>
          <a:schemeClr val="tx1"/>
        </a:solidFill>
        <a:latin typeface="+mn-lt"/>
        <a:ea typeface="+mn-ea"/>
        <a:cs typeface="+mn-cs"/>
      </a:defRPr>
    </a:lvl1pPr>
    <a:lvl2pPr marL="1239727" algn="l" defTabSz="2479451" rtl="0" eaLnBrk="1" latinLnBrk="0" hangingPunct="1">
      <a:defRPr sz="3254" kern="1200">
        <a:solidFill>
          <a:schemeClr val="tx1"/>
        </a:solidFill>
        <a:latin typeface="+mn-lt"/>
        <a:ea typeface="+mn-ea"/>
        <a:cs typeface="+mn-cs"/>
      </a:defRPr>
    </a:lvl2pPr>
    <a:lvl3pPr marL="2479451" algn="l" defTabSz="2479451" rtl="0" eaLnBrk="1" latinLnBrk="0" hangingPunct="1">
      <a:defRPr sz="3254" kern="1200">
        <a:solidFill>
          <a:schemeClr val="tx1"/>
        </a:solidFill>
        <a:latin typeface="+mn-lt"/>
        <a:ea typeface="+mn-ea"/>
        <a:cs typeface="+mn-cs"/>
      </a:defRPr>
    </a:lvl3pPr>
    <a:lvl4pPr marL="3719178" algn="l" defTabSz="2479451" rtl="0" eaLnBrk="1" latinLnBrk="0" hangingPunct="1">
      <a:defRPr sz="3254" kern="1200">
        <a:solidFill>
          <a:schemeClr val="tx1"/>
        </a:solidFill>
        <a:latin typeface="+mn-lt"/>
        <a:ea typeface="+mn-ea"/>
        <a:cs typeface="+mn-cs"/>
      </a:defRPr>
    </a:lvl4pPr>
    <a:lvl5pPr marL="4958902" algn="l" defTabSz="2479451" rtl="0" eaLnBrk="1" latinLnBrk="0" hangingPunct="1">
      <a:defRPr sz="3254" kern="1200">
        <a:solidFill>
          <a:schemeClr val="tx1"/>
        </a:solidFill>
        <a:latin typeface="+mn-lt"/>
        <a:ea typeface="+mn-ea"/>
        <a:cs typeface="+mn-cs"/>
      </a:defRPr>
    </a:lvl5pPr>
    <a:lvl6pPr marL="6198629" algn="l" defTabSz="2479451" rtl="0" eaLnBrk="1" latinLnBrk="0" hangingPunct="1">
      <a:defRPr sz="3254" kern="1200">
        <a:solidFill>
          <a:schemeClr val="tx1"/>
        </a:solidFill>
        <a:latin typeface="+mn-lt"/>
        <a:ea typeface="+mn-ea"/>
        <a:cs typeface="+mn-cs"/>
      </a:defRPr>
    </a:lvl6pPr>
    <a:lvl7pPr marL="7438356" algn="l" defTabSz="2479451" rtl="0" eaLnBrk="1" latinLnBrk="0" hangingPunct="1">
      <a:defRPr sz="3254" kern="1200">
        <a:solidFill>
          <a:schemeClr val="tx1"/>
        </a:solidFill>
        <a:latin typeface="+mn-lt"/>
        <a:ea typeface="+mn-ea"/>
        <a:cs typeface="+mn-cs"/>
      </a:defRPr>
    </a:lvl7pPr>
    <a:lvl8pPr marL="8678080" algn="l" defTabSz="2479451" rtl="0" eaLnBrk="1" latinLnBrk="0" hangingPunct="1">
      <a:defRPr sz="3254" kern="1200">
        <a:solidFill>
          <a:schemeClr val="tx1"/>
        </a:solidFill>
        <a:latin typeface="+mn-lt"/>
        <a:ea typeface="+mn-ea"/>
        <a:cs typeface="+mn-cs"/>
      </a:defRPr>
    </a:lvl8pPr>
    <a:lvl9pPr marL="9917807" algn="l" defTabSz="2479451" rtl="0" eaLnBrk="1" latinLnBrk="0" hangingPunct="1">
      <a:defRPr sz="3254"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tion One">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8C48B9CE-FD65-AE40-130C-DBE00526E69A}"/>
              </a:ext>
            </a:extLst>
          </p:cNvPr>
          <p:cNvSpPr>
            <a:spLocks noGrp="1"/>
          </p:cNvSpPr>
          <p:nvPr>
            <p:ph sz="quarter" idx="32" hasCustomPrompt="1"/>
          </p:nvPr>
        </p:nvSpPr>
        <p:spPr>
          <a:xfrm>
            <a:off x="7449512" y="10439326"/>
            <a:ext cx="13135602" cy="10220400"/>
          </a:xfrm>
        </p:spPr>
        <p:txBody>
          <a:bodyPr/>
          <a:lstStyle>
            <a:lvl1pPr>
              <a:defRPr/>
            </a:lvl1pPr>
          </a:lstStyle>
          <a:p>
            <a:pPr lvl="0"/>
            <a:r>
              <a:rPr lang="en-US" dirty="0"/>
              <a:t>Click an icon to add content</a:t>
            </a:r>
          </a:p>
        </p:txBody>
      </p:sp>
      <p:sp>
        <p:nvSpPr>
          <p:cNvPr id="5" name="Title 4">
            <a:extLst>
              <a:ext uri="{FF2B5EF4-FFF2-40B4-BE49-F238E27FC236}">
                <a16:creationId xmlns:a16="http://schemas.microsoft.com/office/drawing/2014/main" id="{E3DD5FEA-0146-896B-ABD3-41CBD58D07FE}"/>
              </a:ext>
            </a:extLst>
          </p:cNvPr>
          <p:cNvSpPr>
            <a:spLocks noGrp="1"/>
          </p:cNvSpPr>
          <p:nvPr>
            <p:ph type="title"/>
          </p:nvPr>
        </p:nvSpPr>
        <p:spPr/>
        <p:txBody>
          <a:bodyPr/>
          <a:lstStyle/>
          <a:p>
            <a:r>
              <a:rPr lang="en-US" noProof="0"/>
              <a:t>Click to edit Master title style</a:t>
            </a:r>
            <a:endParaRPr lang="en-GB" noProof="0" dirty="0"/>
          </a:p>
        </p:txBody>
      </p:sp>
      <p:sp>
        <p:nvSpPr>
          <p:cNvPr id="7" name="Date Placeholder 6">
            <a:extLst>
              <a:ext uri="{FF2B5EF4-FFF2-40B4-BE49-F238E27FC236}">
                <a16:creationId xmlns:a16="http://schemas.microsoft.com/office/drawing/2014/main" id="{346B1F1E-F449-B29F-6C17-6D2E110AEBD8}"/>
              </a:ext>
            </a:extLst>
          </p:cNvPr>
          <p:cNvSpPr>
            <a:spLocks noGrp="1"/>
          </p:cNvSpPr>
          <p:nvPr>
            <p:ph type="dt" sz="half" idx="11"/>
          </p:nvPr>
        </p:nvSpPr>
        <p:spPr/>
        <p:txBody>
          <a:bodyPr/>
          <a:lstStyle/>
          <a:p>
            <a:fld id="{F18F015B-6C73-4A9C-BCFC-C5B1BB098CD2}" type="datetime1">
              <a:rPr lang="en-GB" noProof="0" smtClean="0"/>
              <a:t>17/02/2026</a:t>
            </a:fld>
            <a:endParaRPr lang="en-GB" noProof="0" dirty="0"/>
          </a:p>
        </p:txBody>
      </p:sp>
      <p:sp>
        <p:nvSpPr>
          <p:cNvPr id="8" name="Footer Placeholder 7">
            <a:extLst>
              <a:ext uri="{FF2B5EF4-FFF2-40B4-BE49-F238E27FC236}">
                <a16:creationId xmlns:a16="http://schemas.microsoft.com/office/drawing/2014/main" id="{09601A43-521E-7D2C-E6A2-455F8466DBC3}"/>
              </a:ext>
            </a:extLst>
          </p:cNvPr>
          <p:cNvSpPr>
            <a:spLocks noGrp="1"/>
          </p:cNvSpPr>
          <p:nvPr>
            <p:ph type="ftr" sz="quarter" idx="12"/>
          </p:nvPr>
        </p:nvSpPr>
        <p:spPr/>
        <p:txBody>
          <a:bodyPr/>
          <a:lstStyle/>
          <a:p>
            <a:r>
              <a:rPr lang="en-GB" noProof="0"/>
              <a:t>imperial.ac.uk</a:t>
            </a:r>
            <a:endParaRPr lang="en-GB" noProof="0" dirty="0"/>
          </a:p>
        </p:txBody>
      </p:sp>
      <p:sp>
        <p:nvSpPr>
          <p:cNvPr id="9" name="Slide Number Placeholder 8">
            <a:extLst>
              <a:ext uri="{FF2B5EF4-FFF2-40B4-BE49-F238E27FC236}">
                <a16:creationId xmlns:a16="http://schemas.microsoft.com/office/drawing/2014/main" id="{F5C6A93B-F7C5-B8B9-F174-1D4991E5A0C5}"/>
              </a:ext>
            </a:extLst>
          </p:cNvPr>
          <p:cNvSpPr>
            <a:spLocks noGrp="1"/>
          </p:cNvSpPr>
          <p:nvPr>
            <p:ph type="sldNum" sz="quarter" idx="13"/>
          </p:nvPr>
        </p:nvSpPr>
        <p:spPr/>
        <p:txBody>
          <a:bodyPr/>
          <a:lstStyle/>
          <a:p>
            <a:fld id="{CBA53E11-492D-48B3-9F9B-09541CA2A39A}" type="slidenum">
              <a:rPr lang="en-GB" noProof="0" smtClean="0"/>
              <a:pPr/>
              <a:t>‹#›</a:t>
            </a:fld>
            <a:endParaRPr lang="en-GB" noProof="0" dirty="0"/>
          </a:p>
        </p:txBody>
      </p:sp>
      <p:sp>
        <p:nvSpPr>
          <p:cNvPr id="10" name="Subtitle 2">
            <a:extLst>
              <a:ext uri="{FF2B5EF4-FFF2-40B4-BE49-F238E27FC236}">
                <a16:creationId xmlns:a16="http://schemas.microsoft.com/office/drawing/2014/main" id="{D4E0DA90-2FF2-F36C-F9FF-CD7A192F009A}"/>
              </a:ext>
            </a:extLst>
          </p:cNvPr>
          <p:cNvSpPr>
            <a:spLocks noGrp="1"/>
          </p:cNvSpPr>
          <p:nvPr>
            <p:ph type="subTitle" idx="1"/>
          </p:nvPr>
        </p:nvSpPr>
        <p:spPr>
          <a:xfrm>
            <a:off x="14165262" y="2206800"/>
            <a:ext cx="6427787" cy="2076441"/>
          </a:xfrm>
          <a:prstGeom prst="rect">
            <a:avLst/>
          </a:prstGeom>
        </p:spPr>
        <p:txBody>
          <a:bodyPr/>
          <a:lstStyle>
            <a:lvl1pPr marL="0" indent="0" algn="l">
              <a:buNone/>
              <a:defRPr sz="2600" b="0">
                <a:solidFill>
                  <a:schemeClr val="accent1"/>
                </a:solidFill>
                <a:latin typeface="+mj-lt"/>
                <a:ea typeface="Inter Medium" panose="02000503000000020004" pitchFamily="2" charset="0"/>
              </a:defRPr>
            </a:lvl1pPr>
            <a:lvl2pPr marL="601381" indent="0" algn="ctr">
              <a:buNone/>
              <a:defRPr sz="2631"/>
            </a:lvl2pPr>
            <a:lvl3pPr marL="1202763" indent="0" algn="ctr">
              <a:buNone/>
              <a:defRPr sz="2368"/>
            </a:lvl3pPr>
            <a:lvl4pPr marL="1804144" indent="0" algn="ctr">
              <a:buNone/>
              <a:defRPr sz="2105"/>
            </a:lvl4pPr>
            <a:lvl5pPr marL="2405526" indent="0" algn="ctr">
              <a:buNone/>
              <a:defRPr sz="2105"/>
            </a:lvl5pPr>
            <a:lvl6pPr marL="3006907" indent="0" algn="ctr">
              <a:buNone/>
              <a:defRPr sz="2105"/>
            </a:lvl6pPr>
            <a:lvl7pPr marL="3608290" indent="0" algn="ctr">
              <a:buNone/>
              <a:defRPr sz="2105"/>
            </a:lvl7pPr>
            <a:lvl8pPr marL="4209670" indent="0" algn="ctr">
              <a:buNone/>
              <a:defRPr sz="2105"/>
            </a:lvl8pPr>
            <a:lvl9pPr marL="4811053" indent="0" algn="ctr">
              <a:buNone/>
              <a:defRPr sz="2105"/>
            </a:lvl9pPr>
          </a:lstStyle>
          <a:p>
            <a:r>
              <a:rPr lang="en-US" noProof="0"/>
              <a:t>Click to edit Master subtitle style</a:t>
            </a:r>
            <a:endParaRPr lang="en-GB" noProof="0" dirty="0"/>
          </a:p>
        </p:txBody>
      </p:sp>
      <p:sp>
        <p:nvSpPr>
          <p:cNvPr id="27" name="Text Placeholder 26">
            <a:extLst>
              <a:ext uri="{FF2B5EF4-FFF2-40B4-BE49-F238E27FC236}">
                <a16:creationId xmlns:a16="http://schemas.microsoft.com/office/drawing/2014/main" id="{F84EA4A9-8368-74EA-F27A-3450838EAA85}"/>
              </a:ext>
            </a:extLst>
          </p:cNvPr>
          <p:cNvSpPr>
            <a:spLocks noGrp="1"/>
          </p:cNvSpPr>
          <p:nvPr>
            <p:ph type="body" sz="quarter" idx="19"/>
          </p:nvPr>
        </p:nvSpPr>
        <p:spPr>
          <a:xfrm>
            <a:off x="790575" y="20815200"/>
            <a:ext cx="6427788" cy="605990"/>
          </a:xfrm>
          <a:prstGeom prst="rect">
            <a:avLst/>
          </a:prstGeom>
        </p:spPr>
        <p:txBody>
          <a:bodyPr/>
          <a:lstStyle>
            <a:lvl1pPr>
              <a:defRPr sz="1000"/>
            </a:lvl1pPr>
            <a:lvl2pPr>
              <a:defRPr sz="1000"/>
            </a:lvl2pPr>
            <a:lvl3pPr>
              <a:defRPr sz="1000"/>
            </a:lvl3pPr>
            <a:lvl4pPr>
              <a:defRPr sz="1000"/>
            </a:lvl4pPr>
            <a:lvl5pPr>
              <a:defRPr sz="1000"/>
            </a:lvl5pPr>
          </a:lstStyle>
          <a:p>
            <a:pPr lvl="0"/>
            <a:r>
              <a:rPr lang="en-US" noProof="0"/>
              <a:t>Click to edit Master text styles</a:t>
            </a:r>
          </a:p>
        </p:txBody>
      </p:sp>
      <p:sp>
        <p:nvSpPr>
          <p:cNvPr id="28" name="Text Placeholder 26">
            <a:extLst>
              <a:ext uri="{FF2B5EF4-FFF2-40B4-BE49-F238E27FC236}">
                <a16:creationId xmlns:a16="http://schemas.microsoft.com/office/drawing/2014/main" id="{D437EA09-33CD-6FA8-4A6D-5CE7BFF619CC}"/>
              </a:ext>
            </a:extLst>
          </p:cNvPr>
          <p:cNvSpPr>
            <a:spLocks noGrp="1"/>
          </p:cNvSpPr>
          <p:nvPr>
            <p:ph type="body" sz="quarter" idx="20"/>
          </p:nvPr>
        </p:nvSpPr>
        <p:spPr>
          <a:xfrm>
            <a:off x="7475538" y="20815200"/>
            <a:ext cx="13117511" cy="605990"/>
          </a:xfrm>
          <a:prstGeom prst="rect">
            <a:avLst/>
          </a:prstGeom>
        </p:spPr>
        <p:txBody>
          <a:bodyPr/>
          <a:lstStyle>
            <a:lvl1pPr>
              <a:defRPr sz="1000"/>
            </a:lvl1pPr>
            <a:lvl2pPr>
              <a:defRPr sz="1000"/>
            </a:lvl2pPr>
            <a:lvl3pPr>
              <a:defRPr sz="1000"/>
            </a:lvl3pPr>
            <a:lvl4pPr>
              <a:defRPr sz="1000"/>
            </a:lvl4pPr>
            <a:lvl5pPr>
              <a:defRPr sz="1000"/>
            </a:lvl5pPr>
          </a:lstStyle>
          <a:p>
            <a:pPr lvl="0"/>
            <a:r>
              <a:rPr lang="en-US" noProof="0"/>
              <a:t>Click to edit Master text styles</a:t>
            </a:r>
          </a:p>
        </p:txBody>
      </p:sp>
      <p:sp>
        <p:nvSpPr>
          <p:cNvPr id="32" name="Picture Placeholder 14">
            <a:extLst>
              <a:ext uri="{FF2B5EF4-FFF2-40B4-BE49-F238E27FC236}">
                <a16:creationId xmlns:a16="http://schemas.microsoft.com/office/drawing/2014/main" id="{38BCB398-97B2-A11D-4F34-20FD1C3A57AF}"/>
              </a:ext>
            </a:extLst>
          </p:cNvPr>
          <p:cNvSpPr>
            <a:spLocks noGrp="1"/>
          </p:cNvSpPr>
          <p:nvPr>
            <p:ph type="pic" sz="quarter" idx="24" hasCustomPrompt="1"/>
          </p:nvPr>
        </p:nvSpPr>
        <p:spPr>
          <a:xfrm>
            <a:off x="14165261" y="26461750"/>
            <a:ext cx="3132000" cy="1764000"/>
          </a:xfrm>
          <a:prstGeom prst="rect">
            <a:avLst/>
          </a:prstGeom>
          <a:noFill/>
          <a:ln>
            <a:noFill/>
          </a:ln>
        </p:spPr>
        <p:txBody>
          <a:bodyPr/>
          <a:lstStyle>
            <a:lvl1pPr>
              <a:defRPr sz="1600"/>
            </a:lvl1pPr>
          </a:lstStyle>
          <a:p>
            <a:r>
              <a:rPr lang="en-GB" noProof="0" dirty="0"/>
              <a:t>Click icon to add a supporter or partner logo</a:t>
            </a:r>
          </a:p>
        </p:txBody>
      </p:sp>
      <p:sp>
        <p:nvSpPr>
          <p:cNvPr id="33" name="Picture Placeholder 14">
            <a:extLst>
              <a:ext uri="{FF2B5EF4-FFF2-40B4-BE49-F238E27FC236}">
                <a16:creationId xmlns:a16="http://schemas.microsoft.com/office/drawing/2014/main" id="{75C6CEFE-B735-0385-C658-4587C1DD75EB}"/>
              </a:ext>
            </a:extLst>
          </p:cNvPr>
          <p:cNvSpPr>
            <a:spLocks noGrp="1"/>
          </p:cNvSpPr>
          <p:nvPr>
            <p:ph type="pic" sz="quarter" idx="25" hasCustomPrompt="1"/>
          </p:nvPr>
        </p:nvSpPr>
        <p:spPr>
          <a:xfrm>
            <a:off x="17461049" y="26461750"/>
            <a:ext cx="3132000" cy="1764000"/>
          </a:xfrm>
          <a:prstGeom prst="rect">
            <a:avLst/>
          </a:prstGeom>
          <a:noFill/>
          <a:ln>
            <a:noFill/>
          </a:ln>
        </p:spPr>
        <p:txBody>
          <a:bodyPr/>
          <a:lstStyle>
            <a:lvl1pPr>
              <a:defRPr sz="1600"/>
            </a:lvl1pPr>
          </a:lstStyle>
          <a:p>
            <a:r>
              <a:rPr lang="en-GB" noProof="0" dirty="0"/>
              <a:t>Click icon to add a supporter or partner logo</a:t>
            </a:r>
          </a:p>
        </p:txBody>
      </p:sp>
      <p:sp>
        <p:nvSpPr>
          <p:cNvPr id="3" name="Text Placeholder 2">
            <a:extLst>
              <a:ext uri="{FF2B5EF4-FFF2-40B4-BE49-F238E27FC236}">
                <a16:creationId xmlns:a16="http://schemas.microsoft.com/office/drawing/2014/main" id="{CB1CA73C-0476-5A07-BF41-8F4A73CC8D09}"/>
              </a:ext>
            </a:extLst>
          </p:cNvPr>
          <p:cNvSpPr>
            <a:spLocks noGrp="1"/>
          </p:cNvSpPr>
          <p:nvPr>
            <p:ph type="body" sz="quarter" idx="26"/>
          </p:nvPr>
        </p:nvSpPr>
        <p:spPr>
          <a:xfrm>
            <a:off x="790575" y="4911725"/>
            <a:ext cx="6427788" cy="1045368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4" name="Text Placeholder 2">
            <a:extLst>
              <a:ext uri="{FF2B5EF4-FFF2-40B4-BE49-F238E27FC236}">
                <a16:creationId xmlns:a16="http://schemas.microsoft.com/office/drawing/2014/main" id="{00C73574-5895-09F1-1C64-ACBD70013EBD}"/>
              </a:ext>
            </a:extLst>
          </p:cNvPr>
          <p:cNvSpPr>
            <a:spLocks noGrp="1"/>
          </p:cNvSpPr>
          <p:nvPr>
            <p:ph type="body" sz="quarter" idx="27"/>
          </p:nvPr>
        </p:nvSpPr>
        <p:spPr>
          <a:xfrm>
            <a:off x="7449511" y="4911725"/>
            <a:ext cx="6427788" cy="5252265"/>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6" name="Text Placeholder 2">
            <a:extLst>
              <a:ext uri="{FF2B5EF4-FFF2-40B4-BE49-F238E27FC236}">
                <a16:creationId xmlns:a16="http://schemas.microsoft.com/office/drawing/2014/main" id="{214F4225-433B-2AB2-15E4-9E4230315932}"/>
              </a:ext>
            </a:extLst>
          </p:cNvPr>
          <p:cNvSpPr>
            <a:spLocks noGrp="1"/>
          </p:cNvSpPr>
          <p:nvPr>
            <p:ph type="body" sz="quarter" idx="28"/>
          </p:nvPr>
        </p:nvSpPr>
        <p:spPr>
          <a:xfrm>
            <a:off x="14165261" y="4911725"/>
            <a:ext cx="6427788" cy="5252265"/>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4" name="Text Placeholder 2">
            <a:extLst>
              <a:ext uri="{FF2B5EF4-FFF2-40B4-BE49-F238E27FC236}">
                <a16:creationId xmlns:a16="http://schemas.microsoft.com/office/drawing/2014/main" id="{FB76A963-6AEF-5BBE-8E48-EBD8B152A58E}"/>
              </a:ext>
            </a:extLst>
          </p:cNvPr>
          <p:cNvSpPr>
            <a:spLocks noGrp="1"/>
          </p:cNvSpPr>
          <p:nvPr>
            <p:ph type="body" sz="quarter" idx="29"/>
          </p:nvPr>
        </p:nvSpPr>
        <p:spPr>
          <a:xfrm>
            <a:off x="790575" y="21697198"/>
            <a:ext cx="6427788" cy="6528552"/>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7" name="Text Placeholder 2">
            <a:extLst>
              <a:ext uri="{FF2B5EF4-FFF2-40B4-BE49-F238E27FC236}">
                <a16:creationId xmlns:a16="http://schemas.microsoft.com/office/drawing/2014/main" id="{4C56EE52-537E-793C-190B-CFC9F395ABDA}"/>
              </a:ext>
            </a:extLst>
          </p:cNvPr>
          <p:cNvSpPr>
            <a:spLocks noGrp="1"/>
          </p:cNvSpPr>
          <p:nvPr>
            <p:ph type="body" sz="quarter" idx="30"/>
          </p:nvPr>
        </p:nvSpPr>
        <p:spPr>
          <a:xfrm>
            <a:off x="7474250" y="21697198"/>
            <a:ext cx="6427788" cy="6528552"/>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8" name="Text Placeholder 2">
            <a:extLst>
              <a:ext uri="{FF2B5EF4-FFF2-40B4-BE49-F238E27FC236}">
                <a16:creationId xmlns:a16="http://schemas.microsoft.com/office/drawing/2014/main" id="{A839EC7A-2402-CED8-C771-BB6EF2E35BB8}"/>
              </a:ext>
            </a:extLst>
          </p:cNvPr>
          <p:cNvSpPr>
            <a:spLocks noGrp="1"/>
          </p:cNvSpPr>
          <p:nvPr>
            <p:ph type="body" sz="quarter" idx="31"/>
          </p:nvPr>
        </p:nvSpPr>
        <p:spPr>
          <a:xfrm>
            <a:off x="14157925" y="21697198"/>
            <a:ext cx="6427788" cy="450650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3" name="Content Placeholder 10">
            <a:extLst>
              <a:ext uri="{FF2B5EF4-FFF2-40B4-BE49-F238E27FC236}">
                <a16:creationId xmlns:a16="http://schemas.microsoft.com/office/drawing/2014/main" id="{D29EF359-10B1-D70F-910E-516113908950}"/>
              </a:ext>
            </a:extLst>
          </p:cNvPr>
          <p:cNvSpPr>
            <a:spLocks noGrp="1"/>
          </p:cNvSpPr>
          <p:nvPr>
            <p:ph sz="quarter" idx="33" hasCustomPrompt="1"/>
          </p:nvPr>
        </p:nvSpPr>
        <p:spPr>
          <a:xfrm>
            <a:off x="790576" y="15641421"/>
            <a:ext cx="6427788" cy="5018305"/>
          </a:xfrm>
        </p:spPr>
        <p:txBody>
          <a:bodyPr/>
          <a:lstStyle>
            <a:lvl1pPr>
              <a:defRPr/>
            </a:lvl1pPr>
          </a:lstStyle>
          <a:p>
            <a:pPr lvl="0"/>
            <a:r>
              <a:rPr lang="en-US" dirty="0"/>
              <a:t>Click an icon to add content</a:t>
            </a:r>
          </a:p>
        </p:txBody>
      </p:sp>
    </p:spTree>
    <p:extLst>
      <p:ext uri="{BB962C8B-B14F-4D97-AF65-F5344CB8AC3E}">
        <p14:creationId xmlns:p14="http://schemas.microsoft.com/office/powerpoint/2010/main" val="718462128"/>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ption Two">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3DD5FEA-0146-896B-ABD3-41CBD58D07FE}"/>
              </a:ext>
            </a:extLst>
          </p:cNvPr>
          <p:cNvSpPr>
            <a:spLocks noGrp="1"/>
          </p:cNvSpPr>
          <p:nvPr>
            <p:ph type="title"/>
          </p:nvPr>
        </p:nvSpPr>
        <p:spPr/>
        <p:txBody>
          <a:bodyPr/>
          <a:lstStyle/>
          <a:p>
            <a:r>
              <a:rPr lang="en-US" noProof="0"/>
              <a:t>Click to edit Master title style</a:t>
            </a:r>
            <a:endParaRPr lang="en-GB" noProof="0" dirty="0"/>
          </a:p>
        </p:txBody>
      </p:sp>
      <p:sp>
        <p:nvSpPr>
          <p:cNvPr id="7" name="Date Placeholder 6">
            <a:extLst>
              <a:ext uri="{FF2B5EF4-FFF2-40B4-BE49-F238E27FC236}">
                <a16:creationId xmlns:a16="http://schemas.microsoft.com/office/drawing/2014/main" id="{346B1F1E-F449-B29F-6C17-6D2E110AEBD8}"/>
              </a:ext>
            </a:extLst>
          </p:cNvPr>
          <p:cNvSpPr>
            <a:spLocks noGrp="1"/>
          </p:cNvSpPr>
          <p:nvPr>
            <p:ph type="dt" sz="half" idx="11"/>
          </p:nvPr>
        </p:nvSpPr>
        <p:spPr/>
        <p:txBody>
          <a:bodyPr/>
          <a:lstStyle/>
          <a:p>
            <a:fld id="{125B37B3-A951-41B0-803F-990AE8E98F3B}" type="datetime1">
              <a:rPr lang="en-GB" noProof="0" smtClean="0"/>
              <a:t>17/02/2026</a:t>
            </a:fld>
            <a:endParaRPr lang="en-GB" noProof="0" dirty="0"/>
          </a:p>
        </p:txBody>
      </p:sp>
      <p:sp>
        <p:nvSpPr>
          <p:cNvPr id="8" name="Footer Placeholder 7">
            <a:extLst>
              <a:ext uri="{FF2B5EF4-FFF2-40B4-BE49-F238E27FC236}">
                <a16:creationId xmlns:a16="http://schemas.microsoft.com/office/drawing/2014/main" id="{09601A43-521E-7D2C-E6A2-455F8466DBC3}"/>
              </a:ext>
            </a:extLst>
          </p:cNvPr>
          <p:cNvSpPr>
            <a:spLocks noGrp="1"/>
          </p:cNvSpPr>
          <p:nvPr>
            <p:ph type="ftr" sz="quarter" idx="12"/>
          </p:nvPr>
        </p:nvSpPr>
        <p:spPr/>
        <p:txBody>
          <a:bodyPr/>
          <a:lstStyle/>
          <a:p>
            <a:r>
              <a:rPr lang="en-GB" noProof="0"/>
              <a:t>imperial.ac.uk</a:t>
            </a:r>
            <a:endParaRPr lang="en-GB" noProof="0" dirty="0"/>
          </a:p>
        </p:txBody>
      </p:sp>
      <p:sp>
        <p:nvSpPr>
          <p:cNvPr id="9" name="Slide Number Placeholder 8">
            <a:extLst>
              <a:ext uri="{FF2B5EF4-FFF2-40B4-BE49-F238E27FC236}">
                <a16:creationId xmlns:a16="http://schemas.microsoft.com/office/drawing/2014/main" id="{F5C6A93B-F7C5-B8B9-F174-1D4991E5A0C5}"/>
              </a:ext>
            </a:extLst>
          </p:cNvPr>
          <p:cNvSpPr>
            <a:spLocks noGrp="1"/>
          </p:cNvSpPr>
          <p:nvPr>
            <p:ph type="sldNum" sz="quarter" idx="13"/>
          </p:nvPr>
        </p:nvSpPr>
        <p:spPr/>
        <p:txBody>
          <a:bodyPr/>
          <a:lstStyle/>
          <a:p>
            <a:fld id="{CBA53E11-492D-48B3-9F9B-09541CA2A39A}" type="slidenum">
              <a:rPr lang="en-GB" noProof="0" smtClean="0"/>
              <a:pPr/>
              <a:t>‹#›</a:t>
            </a:fld>
            <a:endParaRPr lang="en-GB" noProof="0" dirty="0"/>
          </a:p>
        </p:txBody>
      </p:sp>
      <p:sp>
        <p:nvSpPr>
          <p:cNvPr id="10" name="Subtitle 2">
            <a:extLst>
              <a:ext uri="{FF2B5EF4-FFF2-40B4-BE49-F238E27FC236}">
                <a16:creationId xmlns:a16="http://schemas.microsoft.com/office/drawing/2014/main" id="{D4E0DA90-2FF2-F36C-F9FF-CD7A192F009A}"/>
              </a:ext>
            </a:extLst>
          </p:cNvPr>
          <p:cNvSpPr>
            <a:spLocks noGrp="1"/>
          </p:cNvSpPr>
          <p:nvPr>
            <p:ph type="subTitle" idx="1"/>
          </p:nvPr>
        </p:nvSpPr>
        <p:spPr>
          <a:xfrm>
            <a:off x="14165262" y="2206800"/>
            <a:ext cx="6427787" cy="2076441"/>
          </a:xfrm>
          <a:prstGeom prst="rect">
            <a:avLst/>
          </a:prstGeom>
        </p:spPr>
        <p:txBody>
          <a:bodyPr/>
          <a:lstStyle>
            <a:lvl1pPr marL="0" indent="0" algn="l">
              <a:buNone/>
              <a:defRPr sz="2600" b="0">
                <a:solidFill>
                  <a:schemeClr val="accent1"/>
                </a:solidFill>
                <a:latin typeface="+mj-lt"/>
                <a:ea typeface="Inter Medium" panose="02000503000000020004" pitchFamily="2" charset="0"/>
              </a:defRPr>
            </a:lvl1pPr>
            <a:lvl2pPr marL="601381" indent="0" algn="ctr">
              <a:buNone/>
              <a:defRPr sz="2631"/>
            </a:lvl2pPr>
            <a:lvl3pPr marL="1202763" indent="0" algn="ctr">
              <a:buNone/>
              <a:defRPr sz="2368"/>
            </a:lvl3pPr>
            <a:lvl4pPr marL="1804144" indent="0" algn="ctr">
              <a:buNone/>
              <a:defRPr sz="2105"/>
            </a:lvl4pPr>
            <a:lvl5pPr marL="2405526" indent="0" algn="ctr">
              <a:buNone/>
              <a:defRPr sz="2105"/>
            </a:lvl5pPr>
            <a:lvl6pPr marL="3006907" indent="0" algn="ctr">
              <a:buNone/>
              <a:defRPr sz="2105"/>
            </a:lvl6pPr>
            <a:lvl7pPr marL="3608290" indent="0" algn="ctr">
              <a:buNone/>
              <a:defRPr sz="2105"/>
            </a:lvl7pPr>
            <a:lvl8pPr marL="4209670" indent="0" algn="ctr">
              <a:buNone/>
              <a:defRPr sz="2105"/>
            </a:lvl8pPr>
            <a:lvl9pPr marL="4811053" indent="0" algn="ctr">
              <a:buNone/>
              <a:defRPr sz="2105"/>
            </a:lvl9pPr>
          </a:lstStyle>
          <a:p>
            <a:r>
              <a:rPr lang="en-US" noProof="0"/>
              <a:t>Click to edit Master subtitle style</a:t>
            </a:r>
            <a:endParaRPr lang="en-GB" noProof="0" dirty="0"/>
          </a:p>
        </p:txBody>
      </p:sp>
      <p:sp>
        <p:nvSpPr>
          <p:cNvPr id="27" name="Text Placeholder 26">
            <a:extLst>
              <a:ext uri="{FF2B5EF4-FFF2-40B4-BE49-F238E27FC236}">
                <a16:creationId xmlns:a16="http://schemas.microsoft.com/office/drawing/2014/main" id="{F84EA4A9-8368-74EA-F27A-3450838EAA85}"/>
              </a:ext>
            </a:extLst>
          </p:cNvPr>
          <p:cNvSpPr>
            <a:spLocks noGrp="1"/>
          </p:cNvSpPr>
          <p:nvPr>
            <p:ph type="body" sz="quarter" idx="19"/>
          </p:nvPr>
        </p:nvSpPr>
        <p:spPr>
          <a:xfrm>
            <a:off x="790575" y="20815200"/>
            <a:ext cx="6427788" cy="605990"/>
          </a:xfrm>
          <a:prstGeom prst="rect">
            <a:avLst/>
          </a:prstGeom>
        </p:spPr>
        <p:txBody>
          <a:bodyPr/>
          <a:lstStyle>
            <a:lvl1pPr>
              <a:defRPr sz="1000"/>
            </a:lvl1pPr>
            <a:lvl2pPr>
              <a:defRPr sz="1000"/>
            </a:lvl2pPr>
            <a:lvl3pPr>
              <a:defRPr sz="1000"/>
            </a:lvl3pPr>
            <a:lvl4pPr>
              <a:defRPr sz="1000"/>
            </a:lvl4pPr>
            <a:lvl5pPr>
              <a:defRPr sz="1000"/>
            </a:lvl5pPr>
          </a:lstStyle>
          <a:p>
            <a:pPr lvl="0"/>
            <a:r>
              <a:rPr lang="en-US" noProof="0"/>
              <a:t>Click to edit Master text styles</a:t>
            </a:r>
          </a:p>
        </p:txBody>
      </p:sp>
      <p:sp>
        <p:nvSpPr>
          <p:cNvPr id="28" name="Text Placeholder 26">
            <a:extLst>
              <a:ext uri="{FF2B5EF4-FFF2-40B4-BE49-F238E27FC236}">
                <a16:creationId xmlns:a16="http://schemas.microsoft.com/office/drawing/2014/main" id="{D437EA09-33CD-6FA8-4A6D-5CE7BFF619CC}"/>
              </a:ext>
            </a:extLst>
          </p:cNvPr>
          <p:cNvSpPr>
            <a:spLocks noGrp="1"/>
          </p:cNvSpPr>
          <p:nvPr>
            <p:ph type="body" sz="quarter" idx="20"/>
          </p:nvPr>
        </p:nvSpPr>
        <p:spPr>
          <a:xfrm>
            <a:off x="7475538" y="20815200"/>
            <a:ext cx="13117511" cy="605990"/>
          </a:xfrm>
          <a:prstGeom prst="rect">
            <a:avLst/>
          </a:prstGeom>
        </p:spPr>
        <p:txBody>
          <a:bodyPr/>
          <a:lstStyle>
            <a:lvl1pPr>
              <a:defRPr sz="1000"/>
            </a:lvl1pPr>
            <a:lvl2pPr>
              <a:defRPr sz="1000"/>
            </a:lvl2pPr>
            <a:lvl3pPr>
              <a:defRPr sz="1000"/>
            </a:lvl3pPr>
            <a:lvl4pPr>
              <a:defRPr sz="1000"/>
            </a:lvl4pPr>
            <a:lvl5pPr>
              <a:defRPr sz="1000"/>
            </a:lvl5pPr>
          </a:lstStyle>
          <a:p>
            <a:pPr lvl="0"/>
            <a:r>
              <a:rPr lang="en-US" noProof="0"/>
              <a:t>Click to edit Master text styles</a:t>
            </a:r>
          </a:p>
        </p:txBody>
      </p:sp>
      <p:sp>
        <p:nvSpPr>
          <p:cNvPr id="32" name="Picture Placeholder 14">
            <a:extLst>
              <a:ext uri="{FF2B5EF4-FFF2-40B4-BE49-F238E27FC236}">
                <a16:creationId xmlns:a16="http://schemas.microsoft.com/office/drawing/2014/main" id="{38BCB398-97B2-A11D-4F34-20FD1C3A57AF}"/>
              </a:ext>
            </a:extLst>
          </p:cNvPr>
          <p:cNvSpPr>
            <a:spLocks noGrp="1"/>
          </p:cNvSpPr>
          <p:nvPr>
            <p:ph type="pic" sz="quarter" idx="24" hasCustomPrompt="1"/>
          </p:nvPr>
        </p:nvSpPr>
        <p:spPr>
          <a:xfrm>
            <a:off x="14165261" y="26461750"/>
            <a:ext cx="3132000" cy="1764000"/>
          </a:xfrm>
          <a:prstGeom prst="rect">
            <a:avLst/>
          </a:prstGeom>
          <a:noFill/>
          <a:ln>
            <a:noFill/>
          </a:ln>
        </p:spPr>
        <p:txBody>
          <a:bodyPr/>
          <a:lstStyle>
            <a:lvl1pPr>
              <a:defRPr sz="1600"/>
            </a:lvl1pPr>
          </a:lstStyle>
          <a:p>
            <a:r>
              <a:rPr lang="en-GB" noProof="0" dirty="0"/>
              <a:t>Click icon to add a supporter or partner logo</a:t>
            </a:r>
          </a:p>
        </p:txBody>
      </p:sp>
      <p:sp>
        <p:nvSpPr>
          <p:cNvPr id="33" name="Picture Placeholder 14">
            <a:extLst>
              <a:ext uri="{FF2B5EF4-FFF2-40B4-BE49-F238E27FC236}">
                <a16:creationId xmlns:a16="http://schemas.microsoft.com/office/drawing/2014/main" id="{75C6CEFE-B735-0385-C658-4587C1DD75EB}"/>
              </a:ext>
            </a:extLst>
          </p:cNvPr>
          <p:cNvSpPr>
            <a:spLocks noGrp="1"/>
          </p:cNvSpPr>
          <p:nvPr>
            <p:ph type="pic" sz="quarter" idx="25" hasCustomPrompt="1"/>
          </p:nvPr>
        </p:nvSpPr>
        <p:spPr>
          <a:xfrm>
            <a:off x="17461049" y="26461750"/>
            <a:ext cx="3132000" cy="1764000"/>
          </a:xfrm>
          <a:prstGeom prst="rect">
            <a:avLst/>
          </a:prstGeom>
          <a:noFill/>
          <a:ln>
            <a:noFill/>
          </a:ln>
        </p:spPr>
        <p:txBody>
          <a:bodyPr/>
          <a:lstStyle>
            <a:lvl1pPr>
              <a:defRPr sz="1600"/>
            </a:lvl1pPr>
          </a:lstStyle>
          <a:p>
            <a:pPr marL="0" marR="0" lvl="0" indent="0" algn="l" defTabSz="1202763" rtl="0" eaLnBrk="1" fontAlgn="auto" latinLnBrk="0" hangingPunct="1">
              <a:lnSpc>
                <a:spcPct val="105000"/>
              </a:lnSpc>
              <a:spcBef>
                <a:spcPts val="0"/>
              </a:spcBef>
              <a:spcAft>
                <a:spcPts val="0"/>
              </a:spcAft>
              <a:buClrTx/>
              <a:buSzTx/>
              <a:buFont typeface="Arial" panose="020B0604020202020204" pitchFamily="34" charset="0"/>
              <a:buNone/>
              <a:tabLst/>
              <a:defRPr/>
            </a:pPr>
            <a:r>
              <a:rPr lang="en-GB" noProof="0" dirty="0"/>
              <a:t>Click icon to add a supporter or partner logo</a:t>
            </a:r>
          </a:p>
          <a:p>
            <a:endParaRPr lang="en-GB" noProof="0" dirty="0"/>
          </a:p>
        </p:txBody>
      </p:sp>
      <p:sp>
        <p:nvSpPr>
          <p:cNvPr id="3" name="Text Placeholder 2">
            <a:extLst>
              <a:ext uri="{FF2B5EF4-FFF2-40B4-BE49-F238E27FC236}">
                <a16:creationId xmlns:a16="http://schemas.microsoft.com/office/drawing/2014/main" id="{CB1CA73C-0476-5A07-BF41-8F4A73CC8D09}"/>
              </a:ext>
            </a:extLst>
          </p:cNvPr>
          <p:cNvSpPr>
            <a:spLocks noGrp="1"/>
          </p:cNvSpPr>
          <p:nvPr>
            <p:ph type="body" sz="quarter" idx="26"/>
          </p:nvPr>
        </p:nvSpPr>
        <p:spPr>
          <a:xfrm>
            <a:off x="790575" y="4911725"/>
            <a:ext cx="6427788" cy="798106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4" name="Text Placeholder 2">
            <a:extLst>
              <a:ext uri="{FF2B5EF4-FFF2-40B4-BE49-F238E27FC236}">
                <a16:creationId xmlns:a16="http://schemas.microsoft.com/office/drawing/2014/main" id="{00C73574-5895-09F1-1C64-ACBD70013EBD}"/>
              </a:ext>
            </a:extLst>
          </p:cNvPr>
          <p:cNvSpPr>
            <a:spLocks noGrp="1"/>
          </p:cNvSpPr>
          <p:nvPr>
            <p:ph type="body" sz="quarter" idx="27"/>
          </p:nvPr>
        </p:nvSpPr>
        <p:spPr>
          <a:xfrm>
            <a:off x="7449511" y="4911724"/>
            <a:ext cx="6427788" cy="798106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6" name="Text Placeholder 2">
            <a:extLst>
              <a:ext uri="{FF2B5EF4-FFF2-40B4-BE49-F238E27FC236}">
                <a16:creationId xmlns:a16="http://schemas.microsoft.com/office/drawing/2014/main" id="{214F4225-433B-2AB2-15E4-9E4230315932}"/>
              </a:ext>
            </a:extLst>
          </p:cNvPr>
          <p:cNvSpPr>
            <a:spLocks noGrp="1"/>
          </p:cNvSpPr>
          <p:nvPr>
            <p:ph type="body" sz="quarter" idx="28"/>
          </p:nvPr>
        </p:nvSpPr>
        <p:spPr>
          <a:xfrm>
            <a:off x="14165261" y="4911724"/>
            <a:ext cx="6427788" cy="7981068"/>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4" name="Text Placeholder 2">
            <a:extLst>
              <a:ext uri="{FF2B5EF4-FFF2-40B4-BE49-F238E27FC236}">
                <a16:creationId xmlns:a16="http://schemas.microsoft.com/office/drawing/2014/main" id="{FB76A963-6AEF-5BBE-8E48-EBD8B152A58E}"/>
              </a:ext>
            </a:extLst>
          </p:cNvPr>
          <p:cNvSpPr>
            <a:spLocks noGrp="1"/>
          </p:cNvSpPr>
          <p:nvPr>
            <p:ph type="body" sz="quarter" idx="29"/>
          </p:nvPr>
        </p:nvSpPr>
        <p:spPr>
          <a:xfrm>
            <a:off x="790575" y="21697198"/>
            <a:ext cx="6427788" cy="6528552"/>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7" name="Text Placeholder 2">
            <a:extLst>
              <a:ext uri="{FF2B5EF4-FFF2-40B4-BE49-F238E27FC236}">
                <a16:creationId xmlns:a16="http://schemas.microsoft.com/office/drawing/2014/main" id="{4C56EE52-537E-793C-190B-CFC9F395ABDA}"/>
              </a:ext>
            </a:extLst>
          </p:cNvPr>
          <p:cNvSpPr>
            <a:spLocks noGrp="1"/>
          </p:cNvSpPr>
          <p:nvPr>
            <p:ph type="body" sz="quarter" idx="30"/>
          </p:nvPr>
        </p:nvSpPr>
        <p:spPr>
          <a:xfrm>
            <a:off x="7474250" y="21697198"/>
            <a:ext cx="6427788" cy="6528552"/>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8" name="Text Placeholder 2">
            <a:extLst>
              <a:ext uri="{FF2B5EF4-FFF2-40B4-BE49-F238E27FC236}">
                <a16:creationId xmlns:a16="http://schemas.microsoft.com/office/drawing/2014/main" id="{A839EC7A-2402-CED8-C771-BB6EF2E35BB8}"/>
              </a:ext>
            </a:extLst>
          </p:cNvPr>
          <p:cNvSpPr>
            <a:spLocks noGrp="1"/>
          </p:cNvSpPr>
          <p:nvPr>
            <p:ph type="body" sz="quarter" idx="31"/>
          </p:nvPr>
        </p:nvSpPr>
        <p:spPr>
          <a:xfrm>
            <a:off x="14157925" y="21697198"/>
            <a:ext cx="6427788" cy="450650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12" name="Content Placeholder 10">
            <a:extLst>
              <a:ext uri="{FF2B5EF4-FFF2-40B4-BE49-F238E27FC236}">
                <a16:creationId xmlns:a16="http://schemas.microsoft.com/office/drawing/2014/main" id="{2F7A2BD4-5D5C-FDA8-575A-EEF5BB46759C}"/>
              </a:ext>
            </a:extLst>
          </p:cNvPr>
          <p:cNvSpPr>
            <a:spLocks noGrp="1"/>
          </p:cNvSpPr>
          <p:nvPr>
            <p:ph sz="quarter" idx="32" hasCustomPrompt="1"/>
          </p:nvPr>
        </p:nvSpPr>
        <p:spPr>
          <a:xfrm>
            <a:off x="7449512" y="13164526"/>
            <a:ext cx="13135602" cy="7495200"/>
          </a:xfrm>
        </p:spPr>
        <p:txBody>
          <a:bodyPr/>
          <a:lstStyle>
            <a:lvl1pPr>
              <a:defRPr/>
            </a:lvl1pPr>
          </a:lstStyle>
          <a:p>
            <a:pPr lvl="0"/>
            <a:r>
              <a:rPr lang="en-US" dirty="0"/>
              <a:t>Click an icon to add content</a:t>
            </a:r>
          </a:p>
        </p:txBody>
      </p:sp>
      <p:sp>
        <p:nvSpPr>
          <p:cNvPr id="13" name="Content Placeholder 10">
            <a:extLst>
              <a:ext uri="{FF2B5EF4-FFF2-40B4-BE49-F238E27FC236}">
                <a16:creationId xmlns:a16="http://schemas.microsoft.com/office/drawing/2014/main" id="{B778B18A-FE56-EFD2-5AAF-6F7ED7CAC2D5}"/>
              </a:ext>
            </a:extLst>
          </p:cNvPr>
          <p:cNvSpPr>
            <a:spLocks noGrp="1"/>
          </p:cNvSpPr>
          <p:nvPr>
            <p:ph sz="quarter" idx="33" hasCustomPrompt="1"/>
          </p:nvPr>
        </p:nvSpPr>
        <p:spPr>
          <a:xfrm>
            <a:off x="790576" y="13164527"/>
            <a:ext cx="6427788" cy="7495200"/>
          </a:xfrm>
        </p:spPr>
        <p:txBody>
          <a:bodyPr/>
          <a:lstStyle>
            <a:lvl1pPr>
              <a:defRPr/>
            </a:lvl1pPr>
          </a:lstStyle>
          <a:p>
            <a:pPr lvl="0"/>
            <a:r>
              <a:rPr lang="en-US" dirty="0"/>
              <a:t>Click an icon to add content</a:t>
            </a:r>
          </a:p>
        </p:txBody>
      </p:sp>
    </p:spTree>
    <p:extLst>
      <p:ext uri="{BB962C8B-B14F-4D97-AF65-F5344CB8AC3E}">
        <p14:creationId xmlns:p14="http://schemas.microsoft.com/office/powerpoint/2010/main" val="99454171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00F4440-CEDC-0D92-E0D5-5C1E3B59B1DA}"/>
              </a:ext>
            </a:extLst>
          </p:cNvPr>
          <p:cNvSpPr>
            <a:spLocks noGrp="1"/>
          </p:cNvSpPr>
          <p:nvPr>
            <p:ph type="title"/>
          </p:nvPr>
        </p:nvSpPr>
        <p:spPr>
          <a:xfrm>
            <a:off x="790575" y="2206800"/>
            <a:ext cx="13117513" cy="2076441"/>
          </a:xfrm>
          <a:prstGeom prst="rect">
            <a:avLst/>
          </a:prstGeom>
        </p:spPr>
        <p:txBody>
          <a:bodyPr vert="horz" lIns="0" tIns="0" rIns="0" bIns="0" rtlCol="0" anchor="t">
            <a:noAutofit/>
          </a:bodyPr>
          <a:lstStyle/>
          <a:p>
            <a:r>
              <a:rPr lang="en-US" noProof="0"/>
              <a:t>Click to edit Master title style</a:t>
            </a:r>
            <a:endParaRPr lang="en-GB" noProof="0" dirty="0"/>
          </a:p>
        </p:txBody>
      </p:sp>
      <p:sp>
        <p:nvSpPr>
          <p:cNvPr id="3" name="Text Placeholder 2">
            <a:extLst>
              <a:ext uri="{FF2B5EF4-FFF2-40B4-BE49-F238E27FC236}">
                <a16:creationId xmlns:a16="http://schemas.microsoft.com/office/drawing/2014/main" id="{DBCA021F-8558-9528-DA3D-486CCDBEB58F}"/>
              </a:ext>
            </a:extLst>
          </p:cNvPr>
          <p:cNvSpPr>
            <a:spLocks noGrp="1"/>
          </p:cNvSpPr>
          <p:nvPr>
            <p:ph type="body" idx="1"/>
          </p:nvPr>
        </p:nvSpPr>
        <p:spPr>
          <a:xfrm>
            <a:off x="790575" y="4911725"/>
            <a:ext cx="19805088" cy="23333088"/>
          </a:xfrm>
          <a:prstGeom prst="rect">
            <a:avLst/>
          </a:prstGeom>
        </p:spPr>
        <p:txBody>
          <a:bodyPr vert="horz" lIns="0" tIns="0" rIns="0" bIns="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dirty="0"/>
          </a:p>
        </p:txBody>
      </p:sp>
      <p:sp>
        <p:nvSpPr>
          <p:cNvPr id="4" name="Date Placeholder 3">
            <a:extLst>
              <a:ext uri="{FF2B5EF4-FFF2-40B4-BE49-F238E27FC236}">
                <a16:creationId xmlns:a16="http://schemas.microsoft.com/office/drawing/2014/main" id="{1CD1A8F0-AC4B-E4A0-94D0-99C4BFD973A7}"/>
              </a:ext>
            </a:extLst>
          </p:cNvPr>
          <p:cNvSpPr>
            <a:spLocks noGrp="1"/>
          </p:cNvSpPr>
          <p:nvPr>
            <p:ph type="dt" sz="half" idx="2"/>
          </p:nvPr>
        </p:nvSpPr>
        <p:spPr>
          <a:xfrm>
            <a:off x="6440564" y="28880553"/>
            <a:ext cx="3249940" cy="605990"/>
          </a:xfrm>
          <a:prstGeom prst="rect">
            <a:avLst/>
          </a:prstGeom>
        </p:spPr>
        <p:txBody>
          <a:bodyPr vert="horz" lIns="0" tIns="0" rIns="0" bIns="0" rtlCol="0" anchor="b">
            <a:noAutofit/>
          </a:bodyPr>
          <a:lstStyle>
            <a:lvl1pPr algn="r">
              <a:defRPr sz="3200">
                <a:solidFill>
                  <a:schemeClr val="accent1"/>
                </a:solidFill>
              </a:defRPr>
            </a:lvl1pPr>
          </a:lstStyle>
          <a:p>
            <a:fld id="{7591C2C3-B079-4145-9757-D0EBAE610834}" type="datetime1">
              <a:rPr lang="en-GB" noProof="0" smtClean="0"/>
              <a:t>17/02/2026</a:t>
            </a:fld>
            <a:endParaRPr lang="en-GB" noProof="0" dirty="0"/>
          </a:p>
        </p:txBody>
      </p:sp>
      <p:sp>
        <p:nvSpPr>
          <p:cNvPr id="5" name="Footer Placeholder 4">
            <a:extLst>
              <a:ext uri="{FF2B5EF4-FFF2-40B4-BE49-F238E27FC236}">
                <a16:creationId xmlns:a16="http://schemas.microsoft.com/office/drawing/2014/main" id="{5EC0FC7A-298A-77A0-6596-56B0B3FD8C37}"/>
              </a:ext>
            </a:extLst>
          </p:cNvPr>
          <p:cNvSpPr>
            <a:spLocks noGrp="1"/>
          </p:cNvSpPr>
          <p:nvPr>
            <p:ph type="ftr" sz="quarter" idx="3"/>
          </p:nvPr>
        </p:nvSpPr>
        <p:spPr>
          <a:xfrm>
            <a:off x="11474047" y="28880544"/>
            <a:ext cx="9119003" cy="605999"/>
          </a:xfrm>
          <a:prstGeom prst="rect">
            <a:avLst/>
          </a:prstGeom>
        </p:spPr>
        <p:txBody>
          <a:bodyPr vert="horz" lIns="0" tIns="0" rIns="0" bIns="0" rtlCol="0" anchor="b">
            <a:noAutofit/>
          </a:bodyPr>
          <a:lstStyle>
            <a:lvl1pPr algn="r">
              <a:defRPr sz="3200">
                <a:solidFill>
                  <a:schemeClr val="accent1"/>
                </a:solidFill>
              </a:defRPr>
            </a:lvl1pPr>
          </a:lstStyle>
          <a:p>
            <a:r>
              <a:rPr lang="en-GB" noProof="0"/>
              <a:t>imperial.ac.uk</a:t>
            </a:r>
            <a:endParaRPr lang="en-GB" noProof="0" dirty="0"/>
          </a:p>
        </p:txBody>
      </p:sp>
      <p:sp>
        <p:nvSpPr>
          <p:cNvPr id="6" name="Slide Number Placeholder 5">
            <a:extLst>
              <a:ext uri="{FF2B5EF4-FFF2-40B4-BE49-F238E27FC236}">
                <a16:creationId xmlns:a16="http://schemas.microsoft.com/office/drawing/2014/main" id="{B4517C40-7EB7-0CFD-6F6C-54AE57DE17D5}"/>
              </a:ext>
            </a:extLst>
          </p:cNvPr>
          <p:cNvSpPr>
            <a:spLocks noGrp="1"/>
          </p:cNvSpPr>
          <p:nvPr>
            <p:ph type="sldNum" sz="quarter" idx="4"/>
          </p:nvPr>
        </p:nvSpPr>
        <p:spPr>
          <a:xfrm>
            <a:off x="10366376" y="28880544"/>
            <a:ext cx="650878" cy="605999"/>
          </a:xfrm>
          <a:prstGeom prst="rect">
            <a:avLst/>
          </a:prstGeom>
        </p:spPr>
        <p:txBody>
          <a:bodyPr vert="horz" lIns="0" tIns="0" rIns="0" bIns="0" rtlCol="0" anchor="b">
            <a:noAutofit/>
          </a:bodyPr>
          <a:lstStyle>
            <a:lvl1pPr algn="ctr">
              <a:defRPr sz="3200" b="1">
                <a:solidFill>
                  <a:schemeClr val="accent1"/>
                </a:solidFill>
              </a:defRPr>
            </a:lvl1pPr>
          </a:lstStyle>
          <a:p>
            <a:fld id="{CBA53E11-492D-48B3-9F9B-09541CA2A39A}" type="slidenum">
              <a:rPr lang="en-GB" noProof="0" smtClean="0"/>
              <a:pPr/>
              <a:t>‹#›</a:t>
            </a:fld>
            <a:endParaRPr lang="en-GB" noProof="0" dirty="0"/>
          </a:p>
        </p:txBody>
      </p:sp>
      <p:sp>
        <p:nvSpPr>
          <p:cNvPr id="7" name="TextBox 6">
            <a:extLst>
              <a:ext uri="{FF2B5EF4-FFF2-40B4-BE49-F238E27FC236}">
                <a16:creationId xmlns:a16="http://schemas.microsoft.com/office/drawing/2014/main" id="{D296CDD9-97E9-735B-8549-0F3AE3CCAC58}"/>
              </a:ext>
            </a:extLst>
          </p:cNvPr>
          <p:cNvSpPr txBox="1"/>
          <p:nvPr userDrawn="1"/>
        </p:nvSpPr>
        <p:spPr>
          <a:xfrm>
            <a:off x="790575" y="28880544"/>
            <a:ext cx="5192516" cy="605999"/>
          </a:xfrm>
          <a:prstGeom prst="rect">
            <a:avLst/>
          </a:prstGeom>
          <a:noFill/>
        </p:spPr>
        <p:txBody>
          <a:bodyPr wrap="square" lIns="0" tIns="0" rIns="0" bIns="0" rtlCol="0" anchor="b">
            <a:noAutofit/>
          </a:bodyPr>
          <a:lstStyle/>
          <a:p>
            <a:pPr algn="l"/>
            <a:r>
              <a:rPr lang="en-GB" sz="3200" b="0" noProof="0" dirty="0">
                <a:solidFill>
                  <a:schemeClr val="accent1"/>
                </a:solidFill>
                <a:latin typeface="+mn-lt"/>
              </a:rPr>
              <a:t>Imperial College London</a:t>
            </a:r>
          </a:p>
        </p:txBody>
      </p:sp>
      <p:grpSp>
        <p:nvGrpSpPr>
          <p:cNvPr id="10" name="Group 4">
            <a:extLst>
              <a:ext uri="{FF2B5EF4-FFF2-40B4-BE49-F238E27FC236}">
                <a16:creationId xmlns:a16="http://schemas.microsoft.com/office/drawing/2014/main" id="{5B8F859E-67B2-31E4-8FF7-14252D90D5FE}"/>
              </a:ext>
            </a:extLst>
          </p:cNvPr>
          <p:cNvGrpSpPr>
            <a:grpSpLocks noChangeAspect="1"/>
          </p:cNvGrpSpPr>
          <p:nvPr userDrawn="1"/>
        </p:nvGrpSpPr>
        <p:grpSpPr bwMode="auto">
          <a:xfrm>
            <a:off x="790575" y="821055"/>
            <a:ext cx="6336000" cy="699453"/>
            <a:chOff x="0" y="8792"/>
            <a:chExt cx="13470" cy="1487"/>
          </a:xfrm>
          <a:solidFill>
            <a:schemeClr val="accent1"/>
          </a:solidFill>
        </p:grpSpPr>
        <p:sp>
          <p:nvSpPr>
            <p:cNvPr id="12" name="Freeform 5">
              <a:extLst>
                <a:ext uri="{FF2B5EF4-FFF2-40B4-BE49-F238E27FC236}">
                  <a16:creationId xmlns:a16="http://schemas.microsoft.com/office/drawing/2014/main" id="{61C58841-4C03-F11E-E9FB-C1D825B77D29}"/>
                </a:ext>
              </a:extLst>
            </p:cNvPr>
            <p:cNvSpPr>
              <a:spLocks/>
            </p:cNvSpPr>
            <p:nvPr userDrawn="1"/>
          </p:nvSpPr>
          <p:spPr bwMode="auto">
            <a:xfrm>
              <a:off x="12506" y="8792"/>
              <a:ext cx="964" cy="1487"/>
            </a:xfrm>
            <a:custGeom>
              <a:avLst/>
              <a:gdLst>
                <a:gd name="T0" fmla="*/ 0 w 964"/>
                <a:gd name="T1" fmla="*/ 0 h 1487"/>
                <a:gd name="T2" fmla="*/ 0 w 964"/>
                <a:gd name="T3" fmla="*/ 1487 h 1487"/>
                <a:gd name="T4" fmla="*/ 964 w 964"/>
                <a:gd name="T5" fmla="*/ 1487 h 1487"/>
                <a:gd name="T6" fmla="*/ 964 w 964"/>
                <a:gd name="T7" fmla="*/ 1227 h 1487"/>
                <a:gd name="T8" fmla="*/ 280 w 964"/>
                <a:gd name="T9" fmla="*/ 1227 h 1487"/>
                <a:gd name="T10" fmla="*/ 280 w 964"/>
                <a:gd name="T11" fmla="*/ 0 h 1487"/>
                <a:gd name="T12" fmla="*/ 0 w 964"/>
                <a:gd name="T13" fmla="*/ 0 h 1487"/>
                <a:gd name="T14" fmla="*/ 0 w 964"/>
                <a:gd name="T15" fmla="*/ 0 h 148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64" h="1487">
                  <a:moveTo>
                    <a:pt x="0" y="0"/>
                  </a:moveTo>
                  <a:lnTo>
                    <a:pt x="0" y="1487"/>
                  </a:lnTo>
                  <a:lnTo>
                    <a:pt x="964" y="1487"/>
                  </a:lnTo>
                  <a:lnTo>
                    <a:pt x="964" y="1227"/>
                  </a:lnTo>
                  <a:lnTo>
                    <a:pt x="280" y="1227"/>
                  </a:lnTo>
                  <a:lnTo>
                    <a:pt x="280" y="0"/>
                  </a:lnTo>
                  <a:lnTo>
                    <a:pt x="0"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sp>
          <p:nvSpPr>
            <p:cNvPr id="13" name="Freeform 6">
              <a:extLst>
                <a:ext uri="{FF2B5EF4-FFF2-40B4-BE49-F238E27FC236}">
                  <a16:creationId xmlns:a16="http://schemas.microsoft.com/office/drawing/2014/main" id="{A66AEB3A-19AD-FDFB-E196-3A2F869534FF}"/>
                </a:ext>
              </a:extLst>
            </p:cNvPr>
            <p:cNvSpPr>
              <a:spLocks noEditPoints="1"/>
            </p:cNvSpPr>
            <p:nvPr userDrawn="1"/>
          </p:nvSpPr>
          <p:spPr bwMode="auto">
            <a:xfrm>
              <a:off x="10525" y="8792"/>
              <a:ext cx="1346" cy="1487"/>
            </a:xfrm>
            <a:custGeom>
              <a:avLst/>
              <a:gdLst>
                <a:gd name="T0" fmla="*/ 488 w 1346"/>
                <a:gd name="T1" fmla="*/ 0 h 1487"/>
                <a:gd name="T2" fmla="*/ 0 w 1346"/>
                <a:gd name="T3" fmla="*/ 1487 h 1487"/>
                <a:gd name="T4" fmla="*/ 296 w 1346"/>
                <a:gd name="T5" fmla="*/ 1487 h 1487"/>
                <a:gd name="T6" fmla="*/ 397 w 1346"/>
                <a:gd name="T7" fmla="*/ 1160 h 1487"/>
                <a:gd name="T8" fmla="*/ 950 w 1346"/>
                <a:gd name="T9" fmla="*/ 1160 h 1487"/>
                <a:gd name="T10" fmla="*/ 1050 w 1346"/>
                <a:gd name="T11" fmla="*/ 1487 h 1487"/>
                <a:gd name="T12" fmla="*/ 1346 w 1346"/>
                <a:gd name="T13" fmla="*/ 1487 h 1487"/>
                <a:gd name="T14" fmla="*/ 858 w 1346"/>
                <a:gd name="T15" fmla="*/ 0 h 1487"/>
                <a:gd name="T16" fmla="*/ 488 w 1346"/>
                <a:gd name="T17" fmla="*/ 0 h 1487"/>
                <a:gd name="T18" fmla="*/ 488 w 1346"/>
                <a:gd name="T19" fmla="*/ 0 h 1487"/>
                <a:gd name="T20" fmla="*/ 674 w 1346"/>
                <a:gd name="T21" fmla="*/ 264 h 1487"/>
                <a:gd name="T22" fmla="*/ 875 w 1346"/>
                <a:gd name="T23" fmla="*/ 920 h 1487"/>
                <a:gd name="T24" fmla="*/ 470 w 1346"/>
                <a:gd name="T25" fmla="*/ 920 h 1487"/>
                <a:gd name="T26" fmla="*/ 674 w 1346"/>
                <a:gd name="T27" fmla="*/ 264 h 1487"/>
                <a:gd name="T28" fmla="*/ 674 w 1346"/>
                <a:gd name="T29" fmla="*/ 264 h 1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46" h="1487">
                  <a:moveTo>
                    <a:pt x="488" y="0"/>
                  </a:moveTo>
                  <a:lnTo>
                    <a:pt x="0" y="1487"/>
                  </a:lnTo>
                  <a:lnTo>
                    <a:pt x="296" y="1487"/>
                  </a:lnTo>
                  <a:lnTo>
                    <a:pt x="397" y="1160"/>
                  </a:lnTo>
                  <a:lnTo>
                    <a:pt x="950" y="1160"/>
                  </a:lnTo>
                  <a:lnTo>
                    <a:pt x="1050" y="1487"/>
                  </a:lnTo>
                  <a:lnTo>
                    <a:pt x="1346" y="1487"/>
                  </a:lnTo>
                  <a:lnTo>
                    <a:pt x="858" y="0"/>
                  </a:lnTo>
                  <a:lnTo>
                    <a:pt x="488" y="0"/>
                  </a:lnTo>
                  <a:lnTo>
                    <a:pt x="488" y="0"/>
                  </a:lnTo>
                  <a:close/>
                  <a:moveTo>
                    <a:pt x="674" y="264"/>
                  </a:moveTo>
                  <a:lnTo>
                    <a:pt x="875" y="920"/>
                  </a:lnTo>
                  <a:lnTo>
                    <a:pt x="470" y="920"/>
                  </a:lnTo>
                  <a:lnTo>
                    <a:pt x="674" y="264"/>
                  </a:lnTo>
                  <a:lnTo>
                    <a:pt x="674" y="26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sp>
          <p:nvSpPr>
            <p:cNvPr id="14" name="Freeform 7">
              <a:extLst>
                <a:ext uri="{FF2B5EF4-FFF2-40B4-BE49-F238E27FC236}">
                  <a16:creationId xmlns:a16="http://schemas.microsoft.com/office/drawing/2014/main" id="{54DF53D1-90F8-4D66-1194-252B58894048}"/>
                </a:ext>
              </a:extLst>
            </p:cNvPr>
            <p:cNvSpPr>
              <a:spLocks/>
            </p:cNvSpPr>
            <p:nvPr userDrawn="1"/>
          </p:nvSpPr>
          <p:spPr bwMode="auto">
            <a:xfrm>
              <a:off x="8989" y="8792"/>
              <a:ext cx="976" cy="1487"/>
            </a:xfrm>
            <a:custGeom>
              <a:avLst/>
              <a:gdLst>
                <a:gd name="T0" fmla="*/ 0 w 976"/>
                <a:gd name="T1" fmla="*/ 0 h 1487"/>
                <a:gd name="T2" fmla="*/ 0 w 976"/>
                <a:gd name="T3" fmla="*/ 261 h 1487"/>
                <a:gd name="T4" fmla="*/ 347 w 976"/>
                <a:gd name="T5" fmla="*/ 261 h 1487"/>
                <a:gd name="T6" fmla="*/ 347 w 976"/>
                <a:gd name="T7" fmla="*/ 1227 h 1487"/>
                <a:gd name="T8" fmla="*/ 0 w 976"/>
                <a:gd name="T9" fmla="*/ 1227 h 1487"/>
                <a:gd name="T10" fmla="*/ 0 w 976"/>
                <a:gd name="T11" fmla="*/ 1487 h 1487"/>
                <a:gd name="T12" fmla="*/ 976 w 976"/>
                <a:gd name="T13" fmla="*/ 1487 h 1487"/>
                <a:gd name="T14" fmla="*/ 976 w 976"/>
                <a:gd name="T15" fmla="*/ 1227 h 1487"/>
                <a:gd name="T16" fmla="*/ 628 w 976"/>
                <a:gd name="T17" fmla="*/ 1227 h 1487"/>
                <a:gd name="T18" fmla="*/ 628 w 976"/>
                <a:gd name="T19" fmla="*/ 261 h 1487"/>
                <a:gd name="T20" fmla="*/ 976 w 976"/>
                <a:gd name="T21" fmla="*/ 261 h 1487"/>
                <a:gd name="T22" fmla="*/ 976 w 976"/>
                <a:gd name="T23" fmla="*/ 0 h 1487"/>
                <a:gd name="T24" fmla="*/ 0 w 976"/>
                <a:gd name="T25" fmla="*/ 0 h 1487"/>
                <a:gd name="T26" fmla="*/ 0 w 976"/>
                <a:gd name="T27" fmla="*/ 0 h 1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76" h="1487">
                  <a:moveTo>
                    <a:pt x="0" y="0"/>
                  </a:moveTo>
                  <a:lnTo>
                    <a:pt x="0" y="261"/>
                  </a:lnTo>
                  <a:lnTo>
                    <a:pt x="347" y="261"/>
                  </a:lnTo>
                  <a:lnTo>
                    <a:pt x="347" y="1227"/>
                  </a:lnTo>
                  <a:lnTo>
                    <a:pt x="0" y="1227"/>
                  </a:lnTo>
                  <a:lnTo>
                    <a:pt x="0" y="1487"/>
                  </a:lnTo>
                  <a:lnTo>
                    <a:pt x="976" y="1487"/>
                  </a:lnTo>
                  <a:lnTo>
                    <a:pt x="976" y="1227"/>
                  </a:lnTo>
                  <a:lnTo>
                    <a:pt x="628" y="1227"/>
                  </a:lnTo>
                  <a:lnTo>
                    <a:pt x="628" y="261"/>
                  </a:lnTo>
                  <a:lnTo>
                    <a:pt x="976" y="261"/>
                  </a:lnTo>
                  <a:lnTo>
                    <a:pt x="976" y="0"/>
                  </a:lnTo>
                  <a:lnTo>
                    <a:pt x="0"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sp>
          <p:nvSpPr>
            <p:cNvPr id="15" name="Freeform 8">
              <a:extLst>
                <a:ext uri="{FF2B5EF4-FFF2-40B4-BE49-F238E27FC236}">
                  <a16:creationId xmlns:a16="http://schemas.microsoft.com/office/drawing/2014/main" id="{3F5DA096-5291-A2DF-1BA8-D4CE73D939D0}"/>
                </a:ext>
              </a:extLst>
            </p:cNvPr>
            <p:cNvSpPr>
              <a:spLocks noEditPoints="1"/>
            </p:cNvSpPr>
            <p:nvPr userDrawn="1"/>
          </p:nvSpPr>
          <p:spPr bwMode="auto">
            <a:xfrm>
              <a:off x="7246" y="8792"/>
              <a:ext cx="1155" cy="1487"/>
            </a:xfrm>
            <a:custGeom>
              <a:avLst/>
              <a:gdLst>
                <a:gd name="T0" fmla="*/ 884 w 932"/>
                <a:gd name="T1" fmla="*/ 372 h 1199"/>
                <a:gd name="T2" fmla="*/ 442 w 932"/>
                <a:gd name="T3" fmla="*/ 0 h 1199"/>
                <a:gd name="T4" fmla="*/ 0 w 932"/>
                <a:gd name="T5" fmla="*/ 0 h 1199"/>
                <a:gd name="T6" fmla="*/ 0 w 932"/>
                <a:gd name="T7" fmla="*/ 1199 h 1199"/>
                <a:gd name="T8" fmla="*/ 227 w 932"/>
                <a:gd name="T9" fmla="*/ 1199 h 1199"/>
                <a:gd name="T10" fmla="*/ 227 w 932"/>
                <a:gd name="T11" fmla="*/ 755 h 1199"/>
                <a:gd name="T12" fmla="*/ 418 w 932"/>
                <a:gd name="T13" fmla="*/ 755 h 1199"/>
                <a:gd name="T14" fmla="*/ 450 w 932"/>
                <a:gd name="T15" fmla="*/ 755 h 1199"/>
                <a:gd name="T16" fmla="*/ 681 w 932"/>
                <a:gd name="T17" fmla="*/ 1199 h 1199"/>
                <a:gd name="T18" fmla="*/ 932 w 932"/>
                <a:gd name="T19" fmla="*/ 1199 h 1199"/>
                <a:gd name="T20" fmla="*/ 676 w 932"/>
                <a:gd name="T21" fmla="*/ 707 h 1199"/>
                <a:gd name="T22" fmla="*/ 884 w 932"/>
                <a:gd name="T23" fmla="*/ 372 h 1199"/>
                <a:gd name="T24" fmla="*/ 645 w 932"/>
                <a:gd name="T25" fmla="*/ 372 h 1199"/>
                <a:gd name="T26" fmla="*/ 418 w 932"/>
                <a:gd name="T27" fmla="*/ 562 h 1199"/>
                <a:gd name="T28" fmla="*/ 227 w 932"/>
                <a:gd name="T29" fmla="*/ 562 h 1199"/>
                <a:gd name="T30" fmla="*/ 227 w 932"/>
                <a:gd name="T31" fmla="*/ 194 h 1199"/>
                <a:gd name="T32" fmla="*/ 418 w 932"/>
                <a:gd name="T33" fmla="*/ 194 h 1199"/>
                <a:gd name="T34" fmla="*/ 645 w 932"/>
                <a:gd name="T35" fmla="*/ 372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32" h="1199">
                  <a:moveTo>
                    <a:pt x="884" y="372"/>
                  </a:moveTo>
                  <a:cubicBezTo>
                    <a:pt x="884" y="92"/>
                    <a:pt x="693" y="0"/>
                    <a:pt x="442" y="0"/>
                  </a:cubicBezTo>
                  <a:cubicBezTo>
                    <a:pt x="0" y="0"/>
                    <a:pt x="0" y="0"/>
                    <a:pt x="0" y="0"/>
                  </a:cubicBezTo>
                  <a:cubicBezTo>
                    <a:pt x="0" y="1199"/>
                    <a:pt x="0" y="1199"/>
                    <a:pt x="0" y="1199"/>
                  </a:cubicBezTo>
                  <a:cubicBezTo>
                    <a:pt x="227" y="1199"/>
                    <a:pt x="227" y="1199"/>
                    <a:pt x="227" y="1199"/>
                  </a:cubicBezTo>
                  <a:cubicBezTo>
                    <a:pt x="227" y="755"/>
                    <a:pt x="227" y="755"/>
                    <a:pt x="227" y="755"/>
                  </a:cubicBezTo>
                  <a:cubicBezTo>
                    <a:pt x="418" y="755"/>
                    <a:pt x="418" y="755"/>
                    <a:pt x="418" y="755"/>
                  </a:cubicBezTo>
                  <a:cubicBezTo>
                    <a:pt x="429" y="755"/>
                    <a:pt x="439" y="755"/>
                    <a:pt x="450" y="755"/>
                  </a:cubicBezTo>
                  <a:cubicBezTo>
                    <a:pt x="681" y="1199"/>
                    <a:pt x="681" y="1199"/>
                    <a:pt x="681" y="1199"/>
                  </a:cubicBezTo>
                  <a:cubicBezTo>
                    <a:pt x="932" y="1199"/>
                    <a:pt x="932" y="1199"/>
                    <a:pt x="932" y="1199"/>
                  </a:cubicBezTo>
                  <a:cubicBezTo>
                    <a:pt x="676" y="707"/>
                    <a:pt x="676" y="707"/>
                    <a:pt x="676" y="707"/>
                  </a:cubicBezTo>
                  <a:cubicBezTo>
                    <a:pt x="801" y="652"/>
                    <a:pt x="884" y="545"/>
                    <a:pt x="884" y="372"/>
                  </a:cubicBezTo>
                  <a:moveTo>
                    <a:pt x="645" y="372"/>
                  </a:moveTo>
                  <a:cubicBezTo>
                    <a:pt x="645" y="516"/>
                    <a:pt x="562" y="562"/>
                    <a:pt x="418" y="562"/>
                  </a:cubicBezTo>
                  <a:cubicBezTo>
                    <a:pt x="227" y="562"/>
                    <a:pt x="227" y="562"/>
                    <a:pt x="227" y="562"/>
                  </a:cubicBezTo>
                  <a:cubicBezTo>
                    <a:pt x="227" y="194"/>
                    <a:pt x="227" y="194"/>
                    <a:pt x="227" y="194"/>
                  </a:cubicBezTo>
                  <a:cubicBezTo>
                    <a:pt x="418" y="194"/>
                    <a:pt x="418" y="194"/>
                    <a:pt x="418" y="194"/>
                  </a:cubicBezTo>
                  <a:cubicBezTo>
                    <a:pt x="574" y="194"/>
                    <a:pt x="645" y="252"/>
                    <a:pt x="645" y="372"/>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sp>
          <p:nvSpPr>
            <p:cNvPr id="16" name="Freeform 9">
              <a:extLst>
                <a:ext uri="{FF2B5EF4-FFF2-40B4-BE49-F238E27FC236}">
                  <a16:creationId xmlns:a16="http://schemas.microsoft.com/office/drawing/2014/main" id="{03788404-0623-D7AB-430D-C7451DD8576A}"/>
                </a:ext>
              </a:extLst>
            </p:cNvPr>
            <p:cNvSpPr>
              <a:spLocks/>
            </p:cNvSpPr>
            <p:nvPr userDrawn="1"/>
          </p:nvSpPr>
          <p:spPr bwMode="auto">
            <a:xfrm>
              <a:off x="5586" y="8792"/>
              <a:ext cx="962" cy="1487"/>
            </a:xfrm>
            <a:custGeom>
              <a:avLst/>
              <a:gdLst>
                <a:gd name="T0" fmla="*/ 0 w 962"/>
                <a:gd name="T1" fmla="*/ 0 h 1487"/>
                <a:gd name="T2" fmla="*/ 0 w 962"/>
                <a:gd name="T3" fmla="*/ 1487 h 1487"/>
                <a:gd name="T4" fmla="*/ 962 w 962"/>
                <a:gd name="T5" fmla="*/ 1487 h 1487"/>
                <a:gd name="T6" fmla="*/ 962 w 962"/>
                <a:gd name="T7" fmla="*/ 1227 h 1487"/>
                <a:gd name="T8" fmla="*/ 281 w 962"/>
                <a:gd name="T9" fmla="*/ 1227 h 1487"/>
                <a:gd name="T10" fmla="*/ 281 w 962"/>
                <a:gd name="T11" fmla="*/ 855 h 1487"/>
                <a:gd name="T12" fmla="*/ 903 w 962"/>
                <a:gd name="T13" fmla="*/ 855 h 1487"/>
                <a:gd name="T14" fmla="*/ 903 w 962"/>
                <a:gd name="T15" fmla="*/ 603 h 1487"/>
                <a:gd name="T16" fmla="*/ 281 w 962"/>
                <a:gd name="T17" fmla="*/ 603 h 1487"/>
                <a:gd name="T18" fmla="*/ 281 w 962"/>
                <a:gd name="T19" fmla="*/ 261 h 1487"/>
                <a:gd name="T20" fmla="*/ 962 w 962"/>
                <a:gd name="T21" fmla="*/ 261 h 1487"/>
                <a:gd name="T22" fmla="*/ 962 w 962"/>
                <a:gd name="T23" fmla="*/ 0 h 1487"/>
                <a:gd name="T24" fmla="*/ 0 w 962"/>
                <a:gd name="T25" fmla="*/ 0 h 1487"/>
                <a:gd name="T26" fmla="*/ 0 w 962"/>
                <a:gd name="T27" fmla="*/ 0 h 1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62" h="1487">
                  <a:moveTo>
                    <a:pt x="0" y="0"/>
                  </a:moveTo>
                  <a:lnTo>
                    <a:pt x="0" y="1487"/>
                  </a:lnTo>
                  <a:lnTo>
                    <a:pt x="962" y="1487"/>
                  </a:lnTo>
                  <a:lnTo>
                    <a:pt x="962" y="1227"/>
                  </a:lnTo>
                  <a:lnTo>
                    <a:pt x="281" y="1227"/>
                  </a:lnTo>
                  <a:lnTo>
                    <a:pt x="281" y="855"/>
                  </a:lnTo>
                  <a:lnTo>
                    <a:pt x="903" y="855"/>
                  </a:lnTo>
                  <a:lnTo>
                    <a:pt x="903" y="603"/>
                  </a:lnTo>
                  <a:lnTo>
                    <a:pt x="281" y="603"/>
                  </a:lnTo>
                  <a:lnTo>
                    <a:pt x="281" y="261"/>
                  </a:lnTo>
                  <a:lnTo>
                    <a:pt x="962" y="261"/>
                  </a:lnTo>
                  <a:lnTo>
                    <a:pt x="962" y="0"/>
                  </a:lnTo>
                  <a:lnTo>
                    <a:pt x="0"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sp>
          <p:nvSpPr>
            <p:cNvPr id="17" name="Freeform 10">
              <a:extLst>
                <a:ext uri="{FF2B5EF4-FFF2-40B4-BE49-F238E27FC236}">
                  <a16:creationId xmlns:a16="http://schemas.microsoft.com/office/drawing/2014/main" id="{25BE06B1-DA44-6343-3BC4-0121CD607775}"/>
                </a:ext>
              </a:extLst>
            </p:cNvPr>
            <p:cNvSpPr>
              <a:spLocks noEditPoints="1"/>
            </p:cNvSpPr>
            <p:nvPr userDrawn="1"/>
          </p:nvSpPr>
          <p:spPr bwMode="auto">
            <a:xfrm>
              <a:off x="3930" y="8792"/>
              <a:ext cx="1065" cy="1487"/>
            </a:xfrm>
            <a:custGeom>
              <a:avLst/>
              <a:gdLst>
                <a:gd name="T0" fmla="*/ 406 w 860"/>
                <a:gd name="T1" fmla="*/ 791 h 1199"/>
                <a:gd name="T2" fmla="*/ 227 w 860"/>
                <a:gd name="T3" fmla="*/ 791 h 1199"/>
                <a:gd name="T4" fmla="*/ 227 w 860"/>
                <a:gd name="T5" fmla="*/ 1199 h 1199"/>
                <a:gd name="T6" fmla="*/ 0 w 860"/>
                <a:gd name="T7" fmla="*/ 1199 h 1199"/>
                <a:gd name="T8" fmla="*/ 0 w 860"/>
                <a:gd name="T9" fmla="*/ 0 h 1199"/>
                <a:gd name="T10" fmla="*/ 406 w 860"/>
                <a:gd name="T11" fmla="*/ 0 h 1199"/>
                <a:gd name="T12" fmla="*/ 860 w 860"/>
                <a:gd name="T13" fmla="*/ 396 h 1199"/>
                <a:gd name="T14" fmla="*/ 406 w 860"/>
                <a:gd name="T15" fmla="*/ 791 h 1199"/>
                <a:gd name="T16" fmla="*/ 394 w 860"/>
                <a:gd name="T17" fmla="*/ 194 h 1199"/>
                <a:gd name="T18" fmla="*/ 227 w 860"/>
                <a:gd name="T19" fmla="*/ 194 h 1199"/>
                <a:gd name="T20" fmla="*/ 227 w 860"/>
                <a:gd name="T21" fmla="*/ 598 h 1199"/>
                <a:gd name="T22" fmla="*/ 394 w 860"/>
                <a:gd name="T23" fmla="*/ 598 h 1199"/>
                <a:gd name="T24" fmla="*/ 621 w 860"/>
                <a:gd name="T25" fmla="*/ 396 h 1199"/>
                <a:gd name="T26" fmla="*/ 394 w 860"/>
                <a:gd name="T27" fmla="*/ 194 h 1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60" h="1199">
                  <a:moveTo>
                    <a:pt x="406" y="791"/>
                  </a:moveTo>
                  <a:cubicBezTo>
                    <a:pt x="227" y="791"/>
                    <a:pt x="227" y="791"/>
                    <a:pt x="227" y="791"/>
                  </a:cubicBezTo>
                  <a:cubicBezTo>
                    <a:pt x="227" y="1199"/>
                    <a:pt x="227" y="1199"/>
                    <a:pt x="227" y="1199"/>
                  </a:cubicBezTo>
                  <a:cubicBezTo>
                    <a:pt x="0" y="1199"/>
                    <a:pt x="0" y="1199"/>
                    <a:pt x="0" y="1199"/>
                  </a:cubicBezTo>
                  <a:cubicBezTo>
                    <a:pt x="0" y="0"/>
                    <a:pt x="0" y="0"/>
                    <a:pt x="0" y="0"/>
                  </a:cubicBezTo>
                  <a:cubicBezTo>
                    <a:pt x="406" y="0"/>
                    <a:pt x="406" y="0"/>
                    <a:pt x="406" y="0"/>
                  </a:cubicBezTo>
                  <a:cubicBezTo>
                    <a:pt x="661" y="0"/>
                    <a:pt x="860" y="116"/>
                    <a:pt x="860" y="396"/>
                  </a:cubicBezTo>
                  <a:cubicBezTo>
                    <a:pt x="860" y="671"/>
                    <a:pt x="659" y="791"/>
                    <a:pt x="406" y="791"/>
                  </a:cubicBezTo>
                  <a:moveTo>
                    <a:pt x="394" y="194"/>
                  </a:moveTo>
                  <a:cubicBezTo>
                    <a:pt x="227" y="194"/>
                    <a:pt x="227" y="194"/>
                    <a:pt x="227" y="194"/>
                  </a:cubicBezTo>
                  <a:cubicBezTo>
                    <a:pt x="227" y="598"/>
                    <a:pt x="227" y="598"/>
                    <a:pt x="227" y="598"/>
                  </a:cubicBezTo>
                  <a:cubicBezTo>
                    <a:pt x="394" y="598"/>
                    <a:pt x="394" y="598"/>
                    <a:pt x="394" y="598"/>
                  </a:cubicBezTo>
                  <a:cubicBezTo>
                    <a:pt x="525" y="598"/>
                    <a:pt x="621" y="534"/>
                    <a:pt x="621" y="396"/>
                  </a:cubicBezTo>
                  <a:cubicBezTo>
                    <a:pt x="621" y="252"/>
                    <a:pt x="525" y="194"/>
                    <a:pt x="394" y="194"/>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sp>
          <p:nvSpPr>
            <p:cNvPr id="18" name="Freeform 11">
              <a:extLst>
                <a:ext uri="{FF2B5EF4-FFF2-40B4-BE49-F238E27FC236}">
                  <a16:creationId xmlns:a16="http://schemas.microsoft.com/office/drawing/2014/main" id="{7FCC7591-2A02-9882-D609-263757CD5388}"/>
                </a:ext>
              </a:extLst>
            </p:cNvPr>
            <p:cNvSpPr>
              <a:spLocks/>
            </p:cNvSpPr>
            <p:nvPr userDrawn="1"/>
          </p:nvSpPr>
          <p:spPr bwMode="auto">
            <a:xfrm>
              <a:off x="1705" y="8792"/>
              <a:ext cx="1509" cy="1487"/>
            </a:xfrm>
            <a:custGeom>
              <a:avLst/>
              <a:gdLst>
                <a:gd name="T0" fmla="*/ 1110 w 1509"/>
                <a:gd name="T1" fmla="*/ 0 h 1487"/>
                <a:gd name="T2" fmla="*/ 755 w 1509"/>
                <a:gd name="T3" fmla="*/ 874 h 1487"/>
                <a:gd name="T4" fmla="*/ 401 w 1509"/>
                <a:gd name="T5" fmla="*/ 0 h 1487"/>
                <a:gd name="T6" fmla="*/ 0 w 1509"/>
                <a:gd name="T7" fmla="*/ 0 h 1487"/>
                <a:gd name="T8" fmla="*/ 0 w 1509"/>
                <a:gd name="T9" fmla="*/ 1487 h 1487"/>
                <a:gd name="T10" fmla="*/ 267 w 1509"/>
                <a:gd name="T11" fmla="*/ 1487 h 1487"/>
                <a:gd name="T12" fmla="*/ 267 w 1509"/>
                <a:gd name="T13" fmla="*/ 376 h 1487"/>
                <a:gd name="T14" fmla="*/ 607 w 1509"/>
                <a:gd name="T15" fmla="*/ 1160 h 1487"/>
                <a:gd name="T16" fmla="*/ 622 w 1509"/>
                <a:gd name="T17" fmla="*/ 1160 h 1487"/>
                <a:gd name="T18" fmla="*/ 888 w 1509"/>
                <a:gd name="T19" fmla="*/ 1160 h 1487"/>
                <a:gd name="T20" fmla="*/ 903 w 1509"/>
                <a:gd name="T21" fmla="*/ 1160 h 1487"/>
                <a:gd name="T22" fmla="*/ 1243 w 1509"/>
                <a:gd name="T23" fmla="*/ 376 h 1487"/>
                <a:gd name="T24" fmla="*/ 1243 w 1509"/>
                <a:gd name="T25" fmla="*/ 1487 h 1487"/>
                <a:gd name="T26" fmla="*/ 1509 w 1509"/>
                <a:gd name="T27" fmla="*/ 1487 h 1487"/>
                <a:gd name="T28" fmla="*/ 1509 w 1509"/>
                <a:gd name="T29" fmla="*/ 0 h 1487"/>
                <a:gd name="T30" fmla="*/ 1110 w 1509"/>
                <a:gd name="T31" fmla="*/ 0 h 1487"/>
                <a:gd name="T32" fmla="*/ 1110 w 1509"/>
                <a:gd name="T33" fmla="*/ 0 h 1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09" h="1487">
                  <a:moveTo>
                    <a:pt x="1110" y="0"/>
                  </a:moveTo>
                  <a:lnTo>
                    <a:pt x="755" y="874"/>
                  </a:lnTo>
                  <a:lnTo>
                    <a:pt x="401" y="0"/>
                  </a:lnTo>
                  <a:lnTo>
                    <a:pt x="0" y="0"/>
                  </a:lnTo>
                  <a:lnTo>
                    <a:pt x="0" y="1487"/>
                  </a:lnTo>
                  <a:lnTo>
                    <a:pt x="267" y="1487"/>
                  </a:lnTo>
                  <a:lnTo>
                    <a:pt x="267" y="376"/>
                  </a:lnTo>
                  <a:lnTo>
                    <a:pt x="607" y="1160"/>
                  </a:lnTo>
                  <a:lnTo>
                    <a:pt x="622" y="1160"/>
                  </a:lnTo>
                  <a:lnTo>
                    <a:pt x="888" y="1160"/>
                  </a:lnTo>
                  <a:lnTo>
                    <a:pt x="903" y="1160"/>
                  </a:lnTo>
                  <a:lnTo>
                    <a:pt x="1243" y="376"/>
                  </a:lnTo>
                  <a:lnTo>
                    <a:pt x="1243" y="1487"/>
                  </a:lnTo>
                  <a:lnTo>
                    <a:pt x="1509" y="1487"/>
                  </a:lnTo>
                  <a:lnTo>
                    <a:pt x="1509" y="0"/>
                  </a:lnTo>
                  <a:lnTo>
                    <a:pt x="1110" y="0"/>
                  </a:lnTo>
                  <a:lnTo>
                    <a:pt x="111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sp>
          <p:nvSpPr>
            <p:cNvPr id="19" name="Freeform 12">
              <a:extLst>
                <a:ext uri="{FF2B5EF4-FFF2-40B4-BE49-F238E27FC236}">
                  <a16:creationId xmlns:a16="http://schemas.microsoft.com/office/drawing/2014/main" id="{3A09E968-58E1-1A1E-4EA6-8E6130280E06}"/>
                </a:ext>
              </a:extLst>
            </p:cNvPr>
            <p:cNvSpPr>
              <a:spLocks/>
            </p:cNvSpPr>
            <p:nvPr userDrawn="1"/>
          </p:nvSpPr>
          <p:spPr bwMode="auto">
            <a:xfrm>
              <a:off x="0" y="8792"/>
              <a:ext cx="976" cy="1487"/>
            </a:xfrm>
            <a:custGeom>
              <a:avLst/>
              <a:gdLst>
                <a:gd name="T0" fmla="*/ 0 w 976"/>
                <a:gd name="T1" fmla="*/ 0 h 1487"/>
                <a:gd name="T2" fmla="*/ 0 w 976"/>
                <a:gd name="T3" fmla="*/ 261 h 1487"/>
                <a:gd name="T4" fmla="*/ 348 w 976"/>
                <a:gd name="T5" fmla="*/ 261 h 1487"/>
                <a:gd name="T6" fmla="*/ 348 w 976"/>
                <a:gd name="T7" fmla="*/ 1227 h 1487"/>
                <a:gd name="T8" fmla="*/ 0 w 976"/>
                <a:gd name="T9" fmla="*/ 1227 h 1487"/>
                <a:gd name="T10" fmla="*/ 0 w 976"/>
                <a:gd name="T11" fmla="*/ 1487 h 1487"/>
                <a:gd name="T12" fmla="*/ 976 w 976"/>
                <a:gd name="T13" fmla="*/ 1487 h 1487"/>
                <a:gd name="T14" fmla="*/ 976 w 976"/>
                <a:gd name="T15" fmla="*/ 1227 h 1487"/>
                <a:gd name="T16" fmla="*/ 629 w 976"/>
                <a:gd name="T17" fmla="*/ 1227 h 1487"/>
                <a:gd name="T18" fmla="*/ 629 w 976"/>
                <a:gd name="T19" fmla="*/ 261 h 1487"/>
                <a:gd name="T20" fmla="*/ 976 w 976"/>
                <a:gd name="T21" fmla="*/ 261 h 1487"/>
                <a:gd name="T22" fmla="*/ 976 w 976"/>
                <a:gd name="T23" fmla="*/ 0 h 1487"/>
                <a:gd name="T24" fmla="*/ 0 w 976"/>
                <a:gd name="T25" fmla="*/ 0 h 1487"/>
                <a:gd name="T26" fmla="*/ 0 w 976"/>
                <a:gd name="T27" fmla="*/ 0 h 1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976" h="1487">
                  <a:moveTo>
                    <a:pt x="0" y="0"/>
                  </a:moveTo>
                  <a:lnTo>
                    <a:pt x="0" y="261"/>
                  </a:lnTo>
                  <a:lnTo>
                    <a:pt x="348" y="261"/>
                  </a:lnTo>
                  <a:lnTo>
                    <a:pt x="348" y="1227"/>
                  </a:lnTo>
                  <a:lnTo>
                    <a:pt x="0" y="1227"/>
                  </a:lnTo>
                  <a:lnTo>
                    <a:pt x="0" y="1487"/>
                  </a:lnTo>
                  <a:lnTo>
                    <a:pt x="976" y="1487"/>
                  </a:lnTo>
                  <a:lnTo>
                    <a:pt x="976" y="1227"/>
                  </a:lnTo>
                  <a:lnTo>
                    <a:pt x="629" y="1227"/>
                  </a:lnTo>
                  <a:lnTo>
                    <a:pt x="629" y="261"/>
                  </a:lnTo>
                  <a:lnTo>
                    <a:pt x="976" y="261"/>
                  </a:lnTo>
                  <a:lnTo>
                    <a:pt x="976" y="0"/>
                  </a:lnTo>
                  <a:lnTo>
                    <a:pt x="0" y="0"/>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GB" noProof="0" dirty="0"/>
            </a:p>
          </p:txBody>
        </p:sp>
      </p:grpSp>
      <p:cxnSp>
        <p:nvCxnSpPr>
          <p:cNvPr id="21" name="Straight Connector 20">
            <a:extLst>
              <a:ext uri="{FF2B5EF4-FFF2-40B4-BE49-F238E27FC236}">
                <a16:creationId xmlns:a16="http://schemas.microsoft.com/office/drawing/2014/main" id="{7B0F1BC1-E68D-0921-9C05-B7E16303C4E8}"/>
              </a:ext>
            </a:extLst>
          </p:cNvPr>
          <p:cNvCxnSpPr>
            <a:cxnSpLocks/>
          </p:cNvCxnSpPr>
          <p:nvPr userDrawn="1"/>
        </p:nvCxnSpPr>
        <p:spPr>
          <a:xfrm>
            <a:off x="790575" y="2030400"/>
            <a:ext cx="19802475"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1975747F-1017-4D31-5505-A8430B838C69}"/>
              </a:ext>
            </a:extLst>
          </p:cNvPr>
          <p:cNvCxnSpPr>
            <a:cxnSpLocks/>
          </p:cNvCxnSpPr>
          <p:nvPr userDrawn="1"/>
        </p:nvCxnSpPr>
        <p:spPr>
          <a:xfrm>
            <a:off x="790575" y="4453200"/>
            <a:ext cx="19802475"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73FABCA-D867-B923-AEC5-2529DDAF191A}"/>
              </a:ext>
            </a:extLst>
          </p:cNvPr>
          <p:cNvCxnSpPr>
            <a:cxnSpLocks/>
          </p:cNvCxnSpPr>
          <p:nvPr userDrawn="1"/>
        </p:nvCxnSpPr>
        <p:spPr>
          <a:xfrm>
            <a:off x="14040000" y="2030400"/>
            <a:ext cx="0" cy="242280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90A522AD-270D-814A-95B1-9E0337444A84}"/>
              </a:ext>
            </a:extLst>
          </p:cNvPr>
          <p:cNvCxnSpPr>
            <a:cxnSpLocks/>
          </p:cNvCxnSpPr>
          <p:nvPr userDrawn="1"/>
        </p:nvCxnSpPr>
        <p:spPr>
          <a:xfrm>
            <a:off x="792000" y="28656000"/>
            <a:ext cx="19802475" cy="0"/>
          </a:xfrm>
          <a:prstGeom prst="line">
            <a:avLst/>
          </a:prstGeom>
          <a:ln w="190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5082161"/>
      </p:ext>
    </p:extLst>
  </p:cSld>
  <p:clrMap bg1="lt1" tx1="dk1" bg2="lt2" tx2="dk2" accent1="accent1" accent2="accent2" accent3="accent3" accent4="accent4" accent5="accent5" accent6="accent6" hlink="hlink" folHlink="folHlink"/>
  <p:sldLayoutIdLst>
    <p:sldLayoutId id="2147483650" r:id="rId1"/>
    <p:sldLayoutId id="2147483651" r:id="rId2"/>
  </p:sldLayoutIdLst>
  <p:transition>
    <p:fade/>
  </p:transition>
  <p:hf sldNum="0" hdr="0" dt="0"/>
  <p:txStyles>
    <p:titleStyle>
      <a:lvl1pPr algn="l" defTabSz="1202763" rtl="0" eaLnBrk="1" latinLnBrk="0" hangingPunct="1">
        <a:lnSpc>
          <a:spcPct val="90000"/>
        </a:lnSpc>
        <a:spcBef>
          <a:spcPct val="0"/>
        </a:spcBef>
        <a:buNone/>
        <a:defRPr sz="4200" b="0" kern="1200">
          <a:solidFill>
            <a:schemeClr val="accent1"/>
          </a:solidFill>
          <a:latin typeface="+mj-lt"/>
          <a:ea typeface="+mj-ea"/>
          <a:cs typeface="+mj-cs"/>
        </a:defRPr>
      </a:lvl1pPr>
    </p:titleStyle>
    <p:bodyStyle>
      <a:lvl1pPr marL="0" indent="0" algn="l" defTabSz="12027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0" indent="0" algn="l" defTabSz="1202763" rtl="0" eaLnBrk="1" latinLnBrk="0" hangingPunct="1">
        <a:lnSpc>
          <a:spcPct val="105000"/>
        </a:lnSpc>
        <a:spcBef>
          <a:spcPts val="0"/>
        </a:spcBef>
        <a:buFont typeface="Arial" panose="020B0604020202020204" pitchFamily="34" charset="0"/>
        <a:buNone/>
        <a:defRPr sz="2600" b="0" i="0" kern="1200">
          <a:solidFill>
            <a:schemeClr val="tx1"/>
          </a:solidFill>
          <a:latin typeface="+mj-lt"/>
          <a:ea typeface="+mn-ea"/>
          <a:cs typeface="+mn-cs"/>
        </a:defRPr>
      </a:lvl2pPr>
      <a:lvl3pPr marL="360000" indent="-360000" algn="l" defTabSz="1202763" rtl="0" eaLnBrk="1" latinLnBrk="0" hangingPunct="1">
        <a:lnSpc>
          <a:spcPct val="105000"/>
        </a:lnSpc>
        <a:spcBef>
          <a:spcPts val="0"/>
        </a:spcBef>
        <a:buClr>
          <a:schemeClr val="accent1"/>
        </a:buClr>
        <a:buFont typeface="Arial" panose="020B0604020202020204" pitchFamily="34" charset="0"/>
        <a:buChar char="•"/>
        <a:defRPr sz="2600" kern="1200">
          <a:solidFill>
            <a:schemeClr val="tx1"/>
          </a:solidFill>
          <a:latin typeface="+mn-lt"/>
          <a:ea typeface="+mn-ea"/>
          <a:cs typeface="+mn-cs"/>
        </a:defRPr>
      </a:lvl3pPr>
      <a:lvl4pPr marL="0" indent="0" algn="l" defTabSz="1202763" rtl="0" eaLnBrk="1" latinLnBrk="0" hangingPunct="1">
        <a:lnSpc>
          <a:spcPct val="105000"/>
        </a:lnSpc>
        <a:spcBef>
          <a:spcPts val="0"/>
        </a:spcBef>
        <a:spcAft>
          <a:spcPts val="0"/>
        </a:spcAft>
        <a:buFont typeface="Arial" panose="020B0604020202020204" pitchFamily="34" charset="0"/>
        <a:buNone/>
        <a:defRPr sz="1600" kern="1200">
          <a:solidFill>
            <a:schemeClr val="tx1"/>
          </a:solidFill>
          <a:latin typeface="+mn-lt"/>
          <a:ea typeface="+mn-ea"/>
          <a:cs typeface="+mn-cs"/>
        </a:defRPr>
      </a:lvl4pPr>
      <a:lvl5pPr marL="0" indent="0" algn="l" defTabSz="1202763" rtl="0" eaLnBrk="1" latinLnBrk="0" hangingPunct="1">
        <a:lnSpc>
          <a:spcPct val="105000"/>
        </a:lnSpc>
        <a:spcBef>
          <a:spcPts val="0"/>
        </a:spcBef>
        <a:spcAft>
          <a:spcPts val="3969"/>
        </a:spcAft>
        <a:buFont typeface="Arial" panose="020B0604020202020204" pitchFamily="34" charset="0"/>
        <a:buNone/>
        <a:defRPr sz="4200" b="0" kern="1200">
          <a:solidFill>
            <a:schemeClr val="tx1"/>
          </a:solidFill>
          <a:latin typeface="+mn-lt"/>
          <a:ea typeface="+mn-ea"/>
          <a:cs typeface="+mn-cs"/>
        </a:defRPr>
      </a:lvl5pPr>
      <a:lvl6pPr marL="0" indent="0" algn="l" defTabSz="1202763" rtl="0" eaLnBrk="1" latinLnBrk="0" hangingPunct="1">
        <a:lnSpc>
          <a:spcPct val="105000"/>
        </a:lnSpc>
        <a:spcBef>
          <a:spcPts val="0"/>
        </a:spcBef>
        <a:spcAft>
          <a:spcPts val="3969"/>
        </a:spcAft>
        <a:buFont typeface="Arial" panose="020B0604020202020204" pitchFamily="34" charset="0"/>
        <a:buNone/>
        <a:defRPr sz="4200" kern="1200">
          <a:solidFill>
            <a:schemeClr val="tx2"/>
          </a:solidFill>
          <a:latin typeface="+mj-lt"/>
          <a:ea typeface="Inter ExtraBold" panose="02000503000000020004" pitchFamily="2" charset="0"/>
          <a:cs typeface="+mn-cs"/>
        </a:defRPr>
      </a:lvl6pPr>
      <a:lvl7pPr marL="0" indent="0" algn="l" defTabSz="1202763" rtl="0" eaLnBrk="1" latinLnBrk="0" hangingPunct="1">
        <a:lnSpc>
          <a:spcPct val="85000"/>
        </a:lnSpc>
        <a:spcBef>
          <a:spcPts val="0"/>
        </a:spcBef>
        <a:buFont typeface="Arial" panose="020B0604020202020204" pitchFamily="34" charset="0"/>
        <a:buNone/>
        <a:defRPr sz="15000" kern="1200">
          <a:solidFill>
            <a:schemeClr val="tx2"/>
          </a:solidFill>
          <a:latin typeface="Imperial Sans Text Extrabold" panose="020B0903020202020204" pitchFamily="34" charset="0"/>
          <a:ea typeface="+mn-ea"/>
          <a:cs typeface="+mn-cs"/>
        </a:defRPr>
      </a:lvl7pPr>
      <a:lvl8pPr marL="4510361" indent="-300690" algn="l" defTabSz="1202763" rtl="0" eaLnBrk="1" latinLnBrk="0" hangingPunct="1">
        <a:lnSpc>
          <a:spcPct val="90000"/>
        </a:lnSpc>
        <a:spcBef>
          <a:spcPts val="658"/>
        </a:spcBef>
        <a:buFont typeface="Arial" panose="020B0604020202020204" pitchFamily="34" charset="0"/>
        <a:buChar char="•"/>
        <a:defRPr sz="2600" kern="1200">
          <a:solidFill>
            <a:schemeClr val="tx1"/>
          </a:solidFill>
          <a:latin typeface="+mn-lt"/>
          <a:ea typeface="+mn-ea"/>
          <a:cs typeface="+mn-cs"/>
        </a:defRPr>
      </a:lvl8pPr>
      <a:lvl9pPr marL="5111743" indent="-300690" algn="l" defTabSz="1202763" rtl="0" eaLnBrk="1" latinLnBrk="0" hangingPunct="1">
        <a:lnSpc>
          <a:spcPct val="90000"/>
        </a:lnSpc>
        <a:spcBef>
          <a:spcPts val="658"/>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202763" rtl="0" eaLnBrk="1" latinLnBrk="0" hangingPunct="1">
        <a:defRPr sz="2600" kern="1200">
          <a:solidFill>
            <a:schemeClr val="tx1"/>
          </a:solidFill>
          <a:latin typeface="+mn-lt"/>
          <a:ea typeface="+mn-ea"/>
          <a:cs typeface="+mn-cs"/>
        </a:defRPr>
      </a:lvl1pPr>
      <a:lvl2pPr marL="601381" algn="l" defTabSz="1202763" rtl="0" eaLnBrk="1" latinLnBrk="0" hangingPunct="1">
        <a:defRPr sz="2600" kern="1200">
          <a:solidFill>
            <a:schemeClr val="tx1"/>
          </a:solidFill>
          <a:latin typeface="+mn-lt"/>
          <a:ea typeface="+mn-ea"/>
          <a:cs typeface="+mn-cs"/>
        </a:defRPr>
      </a:lvl2pPr>
      <a:lvl3pPr marL="1202763" algn="l" defTabSz="1202763" rtl="0" eaLnBrk="1" latinLnBrk="0" hangingPunct="1">
        <a:defRPr sz="2600" kern="1200">
          <a:solidFill>
            <a:schemeClr val="tx1"/>
          </a:solidFill>
          <a:latin typeface="+mn-lt"/>
          <a:ea typeface="+mn-ea"/>
          <a:cs typeface="+mn-cs"/>
        </a:defRPr>
      </a:lvl3pPr>
      <a:lvl4pPr marL="1804144" algn="l" defTabSz="1202763" rtl="0" eaLnBrk="1" latinLnBrk="0" hangingPunct="1">
        <a:defRPr sz="2600" kern="1200">
          <a:solidFill>
            <a:schemeClr val="tx1"/>
          </a:solidFill>
          <a:latin typeface="+mn-lt"/>
          <a:ea typeface="+mn-ea"/>
          <a:cs typeface="+mn-cs"/>
        </a:defRPr>
      </a:lvl4pPr>
      <a:lvl5pPr marL="2405526" algn="l" defTabSz="1202763" rtl="0" eaLnBrk="1" latinLnBrk="0" hangingPunct="1">
        <a:defRPr sz="2600" kern="1200">
          <a:solidFill>
            <a:schemeClr val="tx1"/>
          </a:solidFill>
          <a:latin typeface="+mn-lt"/>
          <a:ea typeface="+mn-ea"/>
          <a:cs typeface="+mn-cs"/>
        </a:defRPr>
      </a:lvl5pPr>
      <a:lvl6pPr marL="3006907" algn="l" defTabSz="1202763" rtl="0" eaLnBrk="1" latinLnBrk="0" hangingPunct="1">
        <a:defRPr sz="2600" kern="1200">
          <a:solidFill>
            <a:schemeClr val="tx1"/>
          </a:solidFill>
          <a:latin typeface="+mn-lt"/>
          <a:ea typeface="+mn-ea"/>
          <a:cs typeface="+mn-cs"/>
        </a:defRPr>
      </a:lvl6pPr>
      <a:lvl7pPr marL="3608290" algn="l" defTabSz="1202763" rtl="0" eaLnBrk="1" latinLnBrk="0" hangingPunct="1">
        <a:defRPr sz="2600" kern="1200">
          <a:solidFill>
            <a:schemeClr val="tx1"/>
          </a:solidFill>
          <a:latin typeface="+mn-lt"/>
          <a:ea typeface="+mn-ea"/>
          <a:cs typeface="+mn-cs"/>
        </a:defRPr>
      </a:lvl7pPr>
      <a:lvl8pPr marL="4209670" algn="l" defTabSz="1202763" rtl="0" eaLnBrk="1" latinLnBrk="0" hangingPunct="1">
        <a:defRPr sz="2600" kern="1200">
          <a:solidFill>
            <a:schemeClr val="tx1"/>
          </a:solidFill>
          <a:latin typeface="+mn-lt"/>
          <a:ea typeface="+mn-ea"/>
          <a:cs typeface="+mn-cs"/>
        </a:defRPr>
      </a:lvl8pPr>
      <a:lvl9pPr marL="4811053" algn="l" defTabSz="1202763"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6735" userDrawn="1">
          <p15:clr>
            <a:srgbClr val="F26B43"/>
          </p15:clr>
        </p15:guide>
        <p15:guide id="2" orient="horz" pos="9536" userDrawn="1">
          <p15:clr>
            <a:srgbClr val="F26B43"/>
          </p15:clr>
        </p15:guide>
        <p15:guide id="3" pos="498" userDrawn="1">
          <p15:clr>
            <a:srgbClr val="F26B43"/>
          </p15:clr>
        </p15:guide>
        <p15:guide id="4" pos="12972" userDrawn="1">
          <p15:clr>
            <a:srgbClr val="F26B43"/>
          </p15:clr>
        </p15:guide>
        <p15:guide id="5" orient="horz" pos="500" userDrawn="1">
          <p15:clr>
            <a:srgbClr val="F26B43"/>
          </p15:clr>
        </p15:guide>
        <p15:guide id="6" orient="horz" pos="18571" userDrawn="1">
          <p15:clr>
            <a:srgbClr val="F26B43"/>
          </p15:clr>
        </p15:guide>
        <p15:guide id="7" orient="horz" pos="17780" userDrawn="1">
          <p15:clr>
            <a:srgbClr val="F26B43"/>
          </p15:clr>
        </p15:guide>
        <p15:guide id="8" orient="horz" pos="3094" userDrawn="1">
          <p15:clr>
            <a:srgbClr val="F26B43"/>
          </p15:clr>
        </p15:guide>
        <p15:guide id="9" pos="8761" userDrawn="1">
          <p15:clr>
            <a:srgbClr val="F26B43"/>
          </p15:clr>
        </p15:guide>
        <p15:guide id="10" pos="8923" userDrawn="1">
          <p15:clr>
            <a:srgbClr val="F26B43"/>
          </p15:clr>
        </p15:guide>
        <p15:guide id="11" pos="4547" userDrawn="1">
          <p15:clr>
            <a:srgbClr val="F26B43"/>
          </p15:clr>
        </p15:guide>
        <p15:guide id="12" pos="470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DFD2B-A843-E289-E2DF-12B8939D08B0}"/>
            </a:ext>
          </a:extLst>
        </p:cNvPr>
        <p:cNvGrpSpPr/>
        <p:nvPr/>
      </p:nvGrpSpPr>
      <p:grpSpPr>
        <a:xfrm>
          <a:off x="0" y="0"/>
          <a:ext cx="0" cy="0"/>
          <a:chOff x="0" y="0"/>
          <a:chExt cx="0" cy="0"/>
        </a:xfrm>
      </p:grpSpPr>
      <p:sp>
        <p:nvSpPr>
          <p:cNvPr id="19" name="Title 18">
            <a:extLst>
              <a:ext uri="{FF2B5EF4-FFF2-40B4-BE49-F238E27FC236}">
                <a16:creationId xmlns:a16="http://schemas.microsoft.com/office/drawing/2014/main" id="{C9687D8C-79C5-BF4D-BF81-6144D90C0875}"/>
              </a:ext>
            </a:extLst>
          </p:cNvPr>
          <p:cNvSpPr>
            <a:spLocks noGrp="1"/>
          </p:cNvSpPr>
          <p:nvPr>
            <p:ph type="title"/>
          </p:nvPr>
        </p:nvSpPr>
        <p:spPr/>
        <p:txBody>
          <a:bodyPr/>
          <a:lstStyle/>
          <a:p>
            <a:r>
              <a:rPr lang="en-GB" sz="6000" dirty="0"/>
              <a:t>The Science of Quantifying Innovation</a:t>
            </a:r>
            <a:br>
              <a:rPr lang="en-GB" dirty="0"/>
            </a:br>
            <a:r>
              <a:rPr lang="en-GB" dirty="0"/>
              <a:t> </a:t>
            </a:r>
          </a:p>
        </p:txBody>
      </p:sp>
      <p:sp>
        <p:nvSpPr>
          <p:cNvPr id="4" name="Footer Placeholder 3">
            <a:extLst>
              <a:ext uri="{FF2B5EF4-FFF2-40B4-BE49-F238E27FC236}">
                <a16:creationId xmlns:a16="http://schemas.microsoft.com/office/drawing/2014/main" id="{3BCDEADC-3F47-1D06-E801-071FD19B0F1C}"/>
              </a:ext>
            </a:extLst>
          </p:cNvPr>
          <p:cNvSpPr>
            <a:spLocks noGrp="1"/>
          </p:cNvSpPr>
          <p:nvPr>
            <p:ph type="ftr" sz="quarter" idx="12"/>
          </p:nvPr>
        </p:nvSpPr>
        <p:spPr>
          <a:xfrm>
            <a:off x="11474046" y="28857092"/>
            <a:ext cx="9119003" cy="605999"/>
          </a:xfrm>
        </p:spPr>
        <p:txBody>
          <a:bodyPr/>
          <a:lstStyle/>
          <a:p>
            <a:r>
              <a:rPr lang="en-GB" dirty="0"/>
              <a:t>imperial.ac.uk</a:t>
            </a:r>
          </a:p>
        </p:txBody>
      </p:sp>
      <p:sp>
        <p:nvSpPr>
          <p:cNvPr id="20" name="Subtitle 19">
            <a:extLst>
              <a:ext uri="{FF2B5EF4-FFF2-40B4-BE49-F238E27FC236}">
                <a16:creationId xmlns:a16="http://schemas.microsoft.com/office/drawing/2014/main" id="{BBFC77CB-2AF4-49C8-4E19-CFEAE8ADBA1E}"/>
              </a:ext>
            </a:extLst>
          </p:cNvPr>
          <p:cNvSpPr>
            <a:spLocks noGrp="1"/>
          </p:cNvSpPr>
          <p:nvPr>
            <p:ph type="subTitle" idx="1"/>
          </p:nvPr>
        </p:nvSpPr>
        <p:spPr/>
        <p:txBody>
          <a:bodyPr/>
          <a:lstStyle/>
          <a:p>
            <a:r>
              <a:rPr lang="en-GB" dirty="0"/>
              <a:t>Theoretical Physics Group</a:t>
            </a:r>
          </a:p>
          <a:p>
            <a:r>
              <a:rPr lang="en-GB" dirty="0"/>
              <a:t>Sid Diamond,</a:t>
            </a:r>
          </a:p>
          <a:p>
            <a:r>
              <a:rPr lang="en-GB" dirty="0"/>
              <a:t>Supervisor: Tim Evans,</a:t>
            </a:r>
          </a:p>
        </p:txBody>
      </p:sp>
      <p:sp>
        <p:nvSpPr>
          <p:cNvPr id="77" name="Text Placeholder 76">
            <a:extLst>
              <a:ext uri="{FF2B5EF4-FFF2-40B4-BE49-F238E27FC236}">
                <a16:creationId xmlns:a16="http://schemas.microsoft.com/office/drawing/2014/main" id="{19CD4B66-8497-A520-F2DA-98A1685120DD}"/>
              </a:ext>
            </a:extLst>
          </p:cNvPr>
          <p:cNvSpPr>
            <a:spLocks noGrp="1"/>
          </p:cNvSpPr>
          <p:nvPr>
            <p:ph type="body" sz="quarter" idx="20"/>
          </p:nvPr>
        </p:nvSpPr>
        <p:spPr>
          <a:xfrm>
            <a:off x="7547740" y="22255211"/>
            <a:ext cx="13117511" cy="411909"/>
          </a:xfrm>
        </p:spPr>
        <p:txBody>
          <a:bodyPr/>
          <a:lstStyle/>
          <a:p>
            <a:r>
              <a:rPr lang="en-GB" dirty="0"/>
              <a:t>Image caption or credit goes here and can break over multiple lines as required 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Maecenas </a:t>
            </a:r>
            <a:r>
              <a:rPr lang="en-GB" dirty="0" err="1"/>
              <a:t>porttitor</a:t>
            </a:r>
            <a:r>
              <a:rPr lang="en-GB" dirty="0"/>
              <a:t> </a:t>
            </a:r>
            <a:r>
              <a:rPr lang="en-GB" dirty="0" err="1"/>
              <a:t>congue</a:t>
            </a:r>
            <a:r>
              <a:rPr lang="en-GB" dirty="0"/>
              <a:t> </a:t>
            </a:r>
            <a:r>
              <a:rPr lang="en-GB" dirty="0" err="1"/>
              <a:t>massa</a:t>
            </a:r>
            <a:r>
              <a:rPr lang="en-GB" dirty="0"/>
              <a:t>. </a:t>
            </a:r>
            <a:r>
              <a:rPr lang="en-GB" dirty="0" err="1"/>
              <a:t>Fusce</a:t>
            </a:r>
            <a:r>
              <a:rPr lang="en-GB" dirty="0"/>
              <a:t> </a:t>
            </a:r>
            <a:r>
              <a:rPr lang="en-GB" dirty="0" err="1"/>
              <a:t>posuere</a:t>
            </a:r>
            <a:r>
              <a:rPr lang="en-GB" dirty="0"/>
              <a:t>, magna </a:t>
            </a:r>
            <a:r>
              <a:rPr lang="en-GB" dirty="0" err="1"/>
              <a:t>sed</a:t>
            </a:r>
            <a:r>
              <a:rPr lang="en-GB" dirty="0"/>
              <a:t> pulvinar </a:t>
            </a:r>
            <a:r>
              <a:rPr lang="en-GB" dirty="0" err="1"/>
              <a:t>ultricies</a:t>
            </a:r>
            <a:r>
              <a:rPr lang="en-GB" dirty="0"/>
              <a:t>, </a:t>
            </a:r>
            <a:r>
              <a:rPr lang="en-GB" dirty="0" err="1"/>
              <a:t>purus</a:t>
            </a:r>
            <a:r>
              <a:rPr lang="en-GB" dirty="0"/>
              <a:t> </a:t>
            </a:r>
            <a:r>
              <a:rPr lang="en-GB" dirty="0" err="1"/>
              <a:t>lectus</a:t>
            </a:r>
            <a:r>
              <a:rPr lang="en-GB" dirty="0"/>
              <a:t> </a:t>
            </a:r>
            <a:r>
              <a:rPr lang="en-GB" dirty="0" err="1"/>
              <a:t>malesuada</a:t>
            </a:r>
            <a:r>
              <a:rPr lang="en-GB" dirty="0"/>
              <a:t> libero, sit </a:t>
            </a:r>
            <a:r>
              <a:rPr lang="en-GB" dirty="0" err="1"/>
              <a:t>amet</a:t>
            </a:r>
            <a:r>
              <a:rPr lang="en-GB" dirty="0"/>
              <a:t> </a:t>
            </a:r>
            <a:r>
              <a:rPr lang="en-GB" dirty="0" err="1"/>
              <a:t>commodo</a:t>
            </a:r>
            <a:r>
              <a:rPr lang="en-GB" dirty="0"/>
              <a:t> magna eros </a:t>
            </a:r>
            <a:r>
              <a:rPr lang="en-GB" dirty="0" err="1"/>
              <a:t>quis</a:t>
            </a:r>
            <a:r>
              <a:rPr lang="en-GB" dirty="0"/>
              <a:t> </a:t>
            </a:r>
            <a:r>
              <a:rPr lang="en-GB" dirty="0" err="1"/>
              <a:t>urna</a:t>
            </a:r>
            <a:r>
              <a:rPr lang="en-GB" dirty="0"/>
              <a:t>. </a:t>
            </a:r>
            <a:r>
              <a:rPr lang="en-GB" dirty="0" err="1"/>
              <a:t>Pellentesque</a:t>
            </a:r>
            <a:r>
              <a:rPr lang="en-GB" dirty="0"/>
              <a:t> habitant morbi tristique senectus et netus et malesuada fames ac turpis egestas. Proin pharetra nonummy pede. Mauris et orci.</a:t>
            </a:r>
          </a:p>
          <a:p>
            <a:endParaRPr lang="en-GB" dirty="0"/>
          </a:p>
        </p:txBody>
      </p:sp>
      <p:pic>
        <p:nvPicPr>
          <p:cNvPr id="8" name="Picture Placeholder 7">
            <a:extLst>
              <a:ext uri="{FF2B5EF4-FFF2-40B4-BE49-F238E27FC236}">
                <a16:creationId xmlns:a16="http://schemas.microsoft.com/office/drawing/2014/main" id="{1E391FF0-D570-608E-FA18-8BC90B1AD711}"/>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21845" b="21845"/>
          <a:stretch>
            <a:fillRect/>
          </a:stretch>
        </p:blipFill>
        <p:spPr>
          <a:xfrm>
            <a:off x="14610297" y="5183807"/>
            <a:ext cx="4756913" cy="2679181"/>
          </a:xfrm>
          <a:prstGeom prst="rect">
            <a:avLst/>
          </a:prstGeom>
          <a:noFill/>
          <a:ln>
            <a:noFill/>
          </a:ln>
        </p:spPr>
      </p:pic>
      <p:sp>
        <p:nvSpPr>
          <p:cNvPr id="23" name="Content Placeholder 22">
            <a:extLst>
              <a:ext uri="{FF2B5EF4-FFF2-40B4-BE49-F238E27FC236}">
                <a16:creationId xmlns:a16="http://schemas.microsoft.com/office/drawing/2014/main" id="{9C5B59EC-F2D3-3060-2BD0-E3219684AA1A}"/>
              </a:ext>
            </a:extLst>
          </p:cNvPr>
          <p:cNvSpPr>
            <a:spLocks noGrp="1"/>
          </p:cNvSpPr>
          <p:nvPr>
            <p:ph type="body" sz="quarter" idx="26"/>
          </p:nvPr>
        </p:nvSpPr>
        <p:spPr>
          <a:xfrm>
            <a:off x="790576" y="4694953"/>
            <a:ext cx="6427788" cy="11121504"/>
          </a:xfrm>
        </p:spPr>
        <p:txBody>
          <a:bodyPr/>
          <a:lstStyle/>
          <a:p>
            <a:r>
              <a:rPr lang="en-GB" sz="4200" b="1" dirty="0">
                <a:solidFill>
                  <a:schemeClr val="tx2"/>
                </a:solidFill>
              </a:rPr>
              <a:t>Background</a:t>
            </a:r>
            <a:br>
              <a:rPr lang="en-GB" dirty="0"/>
            </a:br>
            <a:endParaRPr lang="en-GB" dirty="0"/>
          </a:p>
          <a:p>
            <a:pPr algn="just"/>
            <a:r>
              <a:rPr lang="en-GB" dirty="0"/>
              <a:t>How likely is it that a string theory paper receives 100 citations? How does this likelihood change if the researcher is female or otherwise? What if the paper is written in  English or otherwise? How does  predictive insight into a network’s topology allow us to locate how and where inefficiencies and non-level playing fields manifest. How can we reduce these effects?</a:t>
            </a:r>
          </a:p>
          <a:p>
            <a:pPr algn="just"/>
            <a:endParaRPr lang="en-GB" dirty="0"/>
          </a:p>
          <a:p>
            <a:pPr algn="just"/>
            <a:r>
              <a:rPr lang="en-GB" dirty="0"/>
              <a:t>We derive a new, more accurate, equation for measuring the probability that a node of a given type has a given citation count by adapting the Price model [1] to a homophilic network. Using an asymptotic limit approximation, our result converges to a distribution modelled by Beta functions (1) that, under Sterling’s approximation, becomes the literature standard, less accurate, power law result for a homophilic preferential attachment model (HPA)  [2].</a:t>
            </a:r>
          </a:p>
          <a:p>
            <a:pPr algn="just"/>
            <a:endParaRPr lang="en-GB" dirty="0"/>
          </a:p>
          <a:p>
            <a:pPr algn="just"/>
            <a:r>
              <a:rPr lang="en-GB" dirty="0"/>
              <a:t>We also derive a new statistical test better at providing an accurate goodness of fit (</a:t>
            </a:r>
            <a:r>
              <a:rPr lang="en-GB" dirty="0" err="1"/>
              <a:t>G.o.F</a:t>
            </a:r>
            <a:r>
              <a:rPr lang="en-GB" dirty="0"/>
              <a:t>) score  accounting for the network topology.</a:t>
            </a:r>
          </a:p>
          <a:p>
            <a:endParaRPr lang="en-GB" dirty="0"/>
          </a:p>
        </p:txBody>
      </p:sp>
      <p:sp>
        <p:nvSpPr>
          <p:cNvPr id="82" name="Text Placeholder 81">
            <a:extLst>
              <a:ext uri="{FF2B5EF4-FFF2-40B4-BE49-F238E27FC236}">
                <a16:creationId xmlns:a16="http://schemas.microsoft.com/office/drawing/2014/main" id="{49A48DAE-563C-CEAA-AA7B-DF7159D46202}"/>
              </a:ext>
            </a:extLst>
          </p:cNvPr>
          <p:cNvSpPr>
            <a:spLocks noGrp="1"/>
          </p:cNvSpPr>
          <p:nvPr>
            <p:ph type="body" sz="quarter" idx="30"/>
          </p:nvPr>
        </p:nvSpPr>
        <p:spPr>
          <a:xfrm>
            <a:off x="7408016" y="25338147"/>
            <a:ext cx="5973429" cy="3463750"/>
          </a:xfrm>
        </p:spPr>
        <p:txBody>
          <a:bodyPr/>
          <a:lstStyle/>
          <a:p>
            <a:pPr lvl="6"/>
            <a:r>
              <a:rPr lang="en-GB" sz="12000" dirty="0"/>
              <a:t>83%</a:t>
            </a:r>
          </a:p>
          <a:p>
            <a:pPr algn="just"/>
            <a:r>
              <a:rPr lang="en-GB" dirty="0"/>
              <a:t>Of total citations can be modelled for the </a:t>
            </a:r>
            <a:r>
              <a:rPr lang="en-GB" dirty="0" err="1"/>
              <a:t>ArXiV</a:t>
            </a:r>
            <a:r>
              <a:rPr lang="en-GB" dirty="0"/>
              <a:t> High Energy Physics (string theory) papers database of 28,000 papers using our theory, according to our </a:t>
            </a:r>
            <a:r>
              <a:rPr lang="en-GB" dirty="0" err="1"/>
              <a:t>G.oF</a:t>
            </a:r>
            <a:r>
              <a:rPr lang="en-GB" dirty="0"/>
              <a:t>. test. </a:t>
            </a:r>
          </a:p>
        </p:txBody>
      </p:sp>
      <p:sp>
        <p:nvSpPr>
          <p:cNvPr id="83" name="Text Placeholder 82">
            <a:extLst>
              <a:ext uri="{FF2B5EF4-FFF2-40B4-BE49-F238E27FC236}">
                <a16:creationId xmlns:a16="http://schemas.microsoft.com/office/drawing/2014/main" id="{1B759BEF-A493-B315-EFC4-7D63FCFF09B3}"/>
              </a:ext>
            </a:extLst>
          </p:cNvPr>
          <p:cNvSpPr>
            <a:spLocks noGrp="1"/>
          </p:cNvSpPr>
          <p:nvPr>
            <p:ph type="body" sz="quarter" idx="31"/>
          </p:nvPr>
        </p:nvSpPr>
        <p:spPr>
          <a:xfrm>
            <a:off x="13788875" y="25267211"/>
            <a:ext cx="6427788" cy="3188686"/>
          </a:xfrm>
        </p:spPr>
        <p:txBody>
          <a:bodyPr/>
          <a:lstStyle/>
          <a:p>
            <a:pPr lvl="5" algn="just"/>
            <a:r>
              <a:rPr lang="en-GB" b="1" dirty="0">
                <a:latin typeface="+mn-lt"/>
              </a:rPr>
              <a:t>Next Steps</a:t>
            </a:r>
          </a:p>
          <a:p>
            <a:pPr algn="just"/>
            <a:r>
              <a:rPr lang="en-GB" dirty="0"/>
              <a:t>With both our theory and </a:t>
            </a:r>
            <a:r>
              <a:rPr lang="en-GB" dirty="0" err="1"/>
              <a:t>G.o.F</a:t>
            </a:r>
            <a:r>
              <a:rPr lang="en-GB" dirty="0"/>
              <a:t> test in place, the current work we are doing is attempting to exploit a literature gap on applying this analysis to real patent citation databases to better understand the process of innovation. </a:t>
            </a:r>
          </a:p>
        </p:txBody>
      </p:sp>
      <p:pic>
        <p:nvPicPr>
          <p:cNvPr id="30" name="Picture Placeholder 29">
            <a:extLst>
              <a:ext uri="{FF2B5EF4-FFF2-40B4-BE49-F238E27FC236}">
                <a16:creationId xmlns:a16="http://schemas.microsoft.com/office/drawing/2014/main" id="{2F4695F8-9214-01FA-BDC8-80984CEBCE57}"/>
              </a:ext>
            </a:extLst>
          </p:cNvPr>
          <p:cNvPicPr>
            <a:picLocks noGrp="1" noChangeAspect="1"/>
          </p:cNvPicPr>
          <p:nvPr>
            <p:ph type="pic" sz="quarter" idx="25"/>
          </p:nvPr>
        </p:nvPicPr>
        <p:blipFill>
          <a:blip r:embed="rId3">
            <a:extLst>
              <a:ext uri="{28A0092B-C50C-407E-A947-70E740481C1C}">
                <a14:useLocalDpi xmlns:a14="http://schemas.microsoft.com/office/drawing/2010/main" val="0"/>
              </a:ext>
            </a:extLst>
          </a:blip>
          <a:srcRect t="21845" b="21845"/>
          <a:stretch>
            <a:fillRect/>
          </a:stretch>
        </p:blipFill>
        <p:spPr>
          <a:xfrm>
            <a:off x="7801041" y="8304910"/>
            <a:ext cx="6190184" cy="3486426"/>
          </a:xfrm>
          <a:prstGeom prst="rect">
            <a:avLst/>
          </a:prstGeom>
          <a:noFill/>
          <a:ln>
            <a:noFill/>
          </a:ln>
        </p:spPr>
      </p:pic>
      <p:pic>
        <p:nvPicPr>
          <p:cNvPr id="28" name="Content Placeholder 26">
            <a:extLst>
              <a:ext uri="{FF2B5EF4-FFF2-40B4-BE49-F238E27FC236}">
                <a16:creationId xmlns:a16="http://schemas.microsoft.com/office/drawing/2014/main" id="{9C879CC2-5D2F-701A-D1FC-7DAC7B7F3FD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15997" y="5338447"/>
            <a:ext cx="6438755" cy="2368449"/>
          </a:xfrm>
          <a:prstGeom prst="rect">
            <a:avLst/>
          </a:prstGeom>
        </p:spPr>
      </p:pic>
      <p:sp>
        <p:nvSpPr>
          <p:cNvPr id="32" name="TextBox 31">
            <a:extLst>
              <a:ext uri="{FF2B5EF4-FFF2-40B4-BE49-F238E27FC236}">
                <a16:creationId xmlns:a16="http://schemas.microsoft.com/office/drawing/2014/main" id="{2B33CAB5-F7FA-B3B7-D0F2-C9296999A933}"/>
              </a:ext>
            </a:extLst>
          </p:cNvPr>
          <p:cNvSpPr txBox="1"/>
          <p:nvPr/>
        </p:nvSpPr>
        <p:spPr>
          <a:xfrm>
            <a:off x="14165261" y="8805222"/>
            <a:ext cx="5901485" cy="3293209"/>
          </a:xfrm>
          <a:prstGeom prst="rect">
            <a:avLst/>
          </a:prstGeom>
          <a:noFill/>
        </p:spPr>
        <p:txBody>
          <a:bodyPr wrap="square">
            <a:spAutoFit/>
          </a:bodyPr>
          <a:lstStyle/>
          <a:p>
            <a:pPr algn="just"/>
            <a:r>
              <a:rPr lang="en-GB" sz="2600" dirty="0"/>
              <a:t>A citation between two papers has encoded temporal direction. One cites and one receives citation. By representing, as nodes, all the papers and representing, as directed edges, all the citations in a database, we can construct a Directed Acyclic Graph (DAG) representation of our network. </a:t>
            </a:r>
          </a:p>
        </p:txBody>
      </p:sp>
      <p:pic>
        <p:nvPicPr>
          <p:cNvPr id="39" name="Content Placeholder 37">
            <a:extLst>
              <a:ext uri="{FF2B5EF4-FFF2-40B4-BE49-F238E27FC236}">
                <a16:creationId xmlns:a16="http://schemas.microsoft.com/office/drawing/2014/main" id="{CC12F6EA-A9A3-8AC4-D70B-4A81768B51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2603" y="16604163"/>
            <a:ext cx="6313544" cy="5299902"/>
          </a:xfrm>
          <a:prstGeom prst="rect">
            <a:avLst/>
          </a:prstGeom>
        </p:spPr>
      </p:pic>
      <p:pic>
        <p:nvPicPr>
          <p:cNvPr id="40" name="Content Placeholder 35">
            <a:extLst>
              <a:ext uri="{FF2B5EF4-FFF2-40B4-BE49-F238E27FC236}">
                <a16:creationId xmlns:a16="http://schemas.microsoft.com/office/drawing/2014/main" id="{51546C96-1029-325D-BF7E-2B8D075670B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90575" y="22543741"/>
            <a:ext cx="6313546" cy="5299902"/>
          </a:xfrm>
          <a:prstGeom prst="rect">
            <a:avLst/>
          </a:prstGeom>
        </p:spPr>
      </p:pic>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90E17E1-9135-60E4-5903-0691F9E31772}"/>
                  </a:ext>
                </a:extLst>
              </p:cNvPr>
              <p:cNvSpPr txBox="1"/>
              <p:nvPr/>
            </p:nvSpPr>
            <p:spPr>
              <a:xfrm>
                <a:off x="13075429" y="15035417"/>
                <a:ext cx="7517620" cy="2095445"/>
              </a:xfrm>
              <a:prstGeom prst="rect">
                <a:avLst/>
              </a:prstGeom>
              <a:noFill/>
            </p:spPr>
            <p:txBody>
              <a:bodyPr wrap="square">
                <a:spAutoFit/>
              </a:bodyPr>
              <a:lstStyle/>
              <a:p>
                <a:pPr algn="just"/>
                <a:endParaRPr lang="en-GB" sz="2600" dirty="0"/>
              </a:p>
              <a:p>
                <a:pPr/>
                <a14:m>
                  <m:oMathPara xmlns:m="http://schemas.openxmlformats.org/officeDocument/2006/math">
                    <m:oMathParaPr>
                      <m:jc m:val="left"/>
                    </m:oMathParaPr>
                    <m:oMath xmlns:m="http://schemas.openxmlformats.org/officeDocument/2006/math">
                      <m:r>
                        <m:rPr>
                          <m:sty m:val="p"/>
                        </m:rPr>
                        <a:rPr lang="en-GB" sz="2600">
                          <a:latin typeface="Cambria Math" panose="02040503050406030204" pitchFamily="18" charset="0"/>
                        </a:rPr>
                        <m:t>t</m:t>
                      </m:r>
                      <m:r>
                        <a:rPr lang="en-GB" sz="2600">
                          <a:latin typeface="Cambria Math" panose="02040503050406030204" pitchFamily="18" charset="0"/>
                        </a:rPr>
                        <m:t>=</m:t>
                      </m:r>
                      <m:r>
                        <m:rPr>
                          <m:sty m:val="p"/>
                        </m:rPr>
                        <a:rPr lang="en-GB" sz="2600">
                          <a:latin typeface="Cambria Math" panose="02040503050406030204" pitchFamily="18" charset="0"/>
                        </a:rPr>
                        <m:t>network</m:t>
                      </m:r>
                      <m:r>
                        <a:rPr lang="en-GB" sz="2600">
                          <a:latin typeface="Cambria Math" panose="02040503050406030204" pitchFamily="18" charset="0"/>
                        </a:rPr>
                        <m:t> </m:t>
                      </m:r>
                      <m:r>
                        <m:rPr>
                          <m:sty m:val="p"/>
                        </m:rPr>
                        <a:rPr lang="en-GB" sz="2600">
                          <a:latin typeface="Cambria Math" panose="02040503050406030204" pitchFamily="18" charset="0"/>
                        </a:rPr>
                        <m:t>timestep</m:t>
                      </m:r>
                      <m:r>
                        <a:rPr lang="en-GB" sz="2600">
                          <a:latin typeface="Cambria Math" panose="02040503050406030204" pitchFamily="18" charset="0"/>
                        </a:rPr>
                        <m:t>=</m:t>
                      </m:r>
                      <m:r>
                        <m:rPr>
                          <m:sty m:val="p"/>
                        </m:rPr>
                        <a:rPr lang="en-GB" sz="2600">
                          <a:latin typeface="Cambria Math" panose="02040503050406030204" pitchFamily="18" charset="0"/>
                        </a:rPr>
                        <m:t>number</m:t>
                      </m:r>
                      <m:r>
                        <a:rPr lang="en-GB" sz="2600">
                          <a:latin typeface="Cambria Math" panose="02040503050406030204" pitchFamily="18" charset="0"/>
                        </a:rPr>
                        <m:t> </m:t>
                      </m:r>
                      <m:r>
                        <m:rPr>
                          <m:sty m:val="p"/>
                        </m:rPr>
                        <a:rPr lang="en-GB" sz="2600">
                          <a:latin typeface="Cambria Math" panose="02040503050406030204" pitchFamily="18" charset="0"/>
                        </a:rPr>
                        <m:t>of</m:t>
                      </m:r>
                      <m:r>
                        <a:rPr lang="en-GB" sz="2600">
                          <a:latin typeface="Cambria Math" panose="02040503050406030204" pitchFamily="18" charset="0"/>
                        </a:rPr>
                        <m:t> </m:t>
                      </m:r>
                      <m:r>
                        <m:rPr>
                          <m:sty m:val="p"/>
                        </m:rPr>
                        <a:rPr lang="en-GB" sz="2600">
                          <a:latin typeface="Cambria Math" panose="02040503050406030204" pitchFamily="18" charset="0"/>
                        </a:rPr>
                        <m:t>papers</m:t>
                      </m:r>
                    </m:oMath>
                  </m:oMathPara>
                </a14:m>
                <a:endParaRPr lang="en-GB" sz="2600" b="0" i="0" dirty="0">
                  <a:solidFill>
                    <a:schemeClr val="tx1"/>
                  </a:solidFill>
                  <a:latin typeface="Cambria Math" panose="02040503050406030204" pitchFamily="18" charset="0"/>
                </a:endParaRPr>
              </a:p>
              <a:p>
                <a:pPr algn="just"/>
                <a14:m>
                  <m:oMath xmlns:m="http://schemas.openxmlformats.org/officeDocument/2006/math">
                    <m:r>
                      <m:rPr>
                        <m:sty m:val="p"/>
                      </m:rPr>
                      <a:rPr lang="en-GB" sz="2600" b="0" i="0" smtClean="0">
                        <a:solidFill>
                          <a:schemeClr val="tx1"/>
                        </a:solidFill>
                        <a:latin typeface="Cambria Math" panose="02040503050406030204" pitchFamily="18" charset="0"/>
                      </a:rPr>
                      <m:t>h</m:t>
                    </m:r>
                    <m:r>
                      <a:rPr lang="en-GB" sz="2600" b="0" i="0" smtClean="0">
                        <a:solidFill>
                          <a:schemeClr val="tx1"/>
                        </a:solidFill>
                        <a:latin typeface="Cambria Math" panose="02040503050406030204" pitchFamily="18" charset="0"/>
                      </a:rPr>
                      <m:t>=</m:t>
                    </m:r>
                    <m:sSub>
                      <m:sSubPr>
                        <m:ctrlPr>
                          <a:rPr lang="en-GB" sz="2600" b="0" i="1" smtClean="0">
                            <a:solidFill>
                              <a:schemeClr val="tx1"/>
                            </a:solidFill>
                            <a:latin typeface="Cambria Math" panose="02040503050406030204" pitchFamily="18" charset="0"/>
                          </a:rPr>
                        </m:ctrlPr>
                      </m:sSubPr>
                      <m:e>
                        <m:r>
                          <m:rPr>
                            <m:sty m:val="p"/>
                          </m:rPr>
                          <a:rPr lang="en-GB" sz="2600" b="0" i="0" smtClean="0">
                            <a:solidFill>
                              <a:schemeClr val="tx1"/>
                            </a:solidFill>
                            <a:latin typeface="Cambria Math" panose="02040503050406030204" pitchFamily="18" charset="0"/>
                          </a:rPr>
                          <m:t>h</m:t>
                        </m:r>
                      </m:e>
                      <m:sub>
                        <m:r>
                          <m:rPr>
                            <m:sty m:val="p"/>
                          </m:rPr>
                          <a:rPr lang="en-GB" sz="2600" b="0" i="0" smtClean="0">
                            <a:solidFill>
                              <a:schemeClr val="tx1"/>
                            </a:solidFill>
                            <a:latin typeface="Cambria Math" panose="02040503050406030204" pitchFamily="18" charset="0"/>
                          </a:rPr>
                          <m:t>xx</m:t>
                        </m:r>
                      </m:sub>
                    </m:sSub>
                    <m:r>
                      <a:rPr lang="en-GB" sz="2600" b="0" i="0" smtClean="0">
                        <a:solidFill>
                          <a:schemeClr val="tx1"/>
                        </a:solidFill>
                        <a:latin typeface="Cambria Math" panose="02040503050406030204" pitchFamily="18" charset="0"/>
                      </a:rPr>
                      <m:t>=</m:t>
                    </m:r>
                    <m:sSub>
                      <m:sSubPr>
                        <m:ctrlPr>
                          <a:rPr lang="en-GB" sz="2600" b="0" i="1" smtClean="0">
                            <a:solidFill>
                              <a:schemeClr val="tx1"/>
                            </a:solidFill>
                            <a:latin typeface="Cambria Math" panose="02040503050406030204" pitchFamily="18" charset="0"/>
                          </a:rPr>
                        </m:ctrlPr>
                      </m:sSubPr>
                      <m:e>
                        <m:r>
                          <m:rPr>
                            <m:sty m:val="p"/>
                          </m:rPr>
                          <a:rPr lang="en-GB" sz="2600" b="0" i="0" smtClean="0">
                            <a:solidFill>
                              <a:schemeClr val="tx1"/>
                            </a:solidFill>
                            <a:latin typeface="Cambria Math" panose="02040503050406030204" pitchFamily="18" charset="0"/>
                          </a:rPr>
                          <m:t>h</m:t>
                        </m:r>
                      </m:e>
                      <m:sub>
                        <m:sSup>
                          <m:sSupPr>
                            <m:ctrlPr>
                              <a:rPr lang="en-GB" sz="2600" b="0" i="1" smtClean="0">
                                <a:solidFill>
                                  <a:schemeClr val="tx1"/>
                                </a:solidFill>
                                <a:latin typeface="Cambria Math" panose="02040503050406030204" pitchFamily="18" charset="0"/>
                              </a:rPr>
                            </m:ctrlPr>
                          </m:sSupPr>
                          <m:e>
                            <m:r>
                              <m:rPr>
                                <m:sty m:val="p"/>
                              </m:rPr>
                              <a:rPr lang="en-GB" sz="2600" b="0" i="0" smtClean="0">
                                <a:solidFill>
                                  <a:schemeClr val="tx1"/>
                                </a:solidFill>
                                <a:latin typeface="Cambria Math" panose="02040503050406030204" pitchFamily="18" charset="0"/>
                              </a:rPr>
                              <m:t>x</m:t>
                            </m:r>
                          </m:e>
                          <m:sup>
                            <m:r>
                              <a:rPr lang="en-GB" sz="2600" b="0" i="0" smtClean="0">
                                <a:solidFill>
                                  <a:schemeClr val="tx1"/>
                                </a:solidFill>
                                <a:latin typeface="Cambria Math" panose="02040503050406030204" pitchFamily="18" charset="0"/>
                              </a:rPr>
                              <m:t>′</m:t>
                            </m:r>
                          </m:sup>
                        </m:sSup>
                        <m:sSup>
                          <m:sSupPr>
                            <m:ctrlPr>
                              <a:rPr lang="en-GB" sz="2600" b="0" i="1" smtClean="0">
                                <a:solidFill>
                                  <a:schemeClr val="tx1"/>
                                </a:solidFill>
                                <a:latin typeface="Cambria Math" panose="02040503050406030204" pitchFamily="18" charset="0"/>
                              </a:rPr>
                            </m:ctrlPr>
                          </m:sSupPr>
                          <m:e>
                            <m:r>
                              <m:rPr>
                                <m:sty m:val="p"/>
                              </m:rPr>
                              <a:rPr lang="en-GB" sz="2600" b="0" i="0" smtClean="0">
                                <a:solidFill>
                                  <a:schemeClr val="tx1"/>
                                </a:solidFill>
                                <a:latin typeface="Cambria Math" panose="02040503050406030204" pitchFamily="18" charset="0"/>
                              </a:rPr>
                              <m:t>x</m:t>
                            </m:r>
                          </m:e>
                          <m:sup>
                            <m:r>
                              <a:rPr lang="en-GB" sz="2600" b="0" i="0" smtClean="0">
                                <a:solidFill>
                                  <a:schemeClr val="tx1"/>
                                </a:solidFill>
                                <a:latin typeface="Cambria Math" panose="02040503050406030204" pitchFamily="18" charset="0"/>
                              </a:rPr>
                              <m:t>′</m:t>
                            </m:r>
                          </m:sup>
                        </m:sSup>
                      </m:sub>
                    </m:sSub>
                    <m:r>
                      <a:rPr lang="en-GB" sz="2600" b="0" i="0" smtClean="0">
                        <a:solidFill>
                          <a:schemeClr val="tx1"/>
                        </a:solidFill>
                        <a:latin typeface="Cambria Math" panose="02040503050406030204" pitchFamily="18" charset="0"/>
                      </a:rPr>
                      <m:t>=</m:t>
                    </m:r>
                    <m:r>
                      <m:rPr>
                        <m:sty m:val="p"/>
                      </m:rPr>
                      <a:rPr lang="en-GB" sz="2600" b="0" i="0" smtClean="0">
                        <a:solidFill>
                          <a:schemeClr val="tx1"/>
                        </a:solidFill>
                        <a:latin typeface="Cambria Math" panose="02040503050406030204" pitchFamily="18" charset="0"/>
                      </a:rPr>
                      <m:t>across</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type</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weight</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of</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attraction</m:t>
                    </m:r>
                  </m:oMath>
                </a14:m>
                <a:r>
                  <a:rPr lang="en-GB" sz="2600" dirty="0"/>
                  <a:t> </a:t>
                </a:r>
                <a14:m>
                  <m:oMath xmlns:m="http://schemas.openxmlformats.org/officeDocument/2006/math">
                    <m:r>
                      <m:rPr>
                        <m:sty m:val="p"/>
                      </m:rPr>
                      <a:rPr lang="en-GB" sz="2600" b="0" i="0" smtClean="0">
                        <a:solidFill>
                          <a:schemeClr val="tx1"/>
                        </a:solidFill>
                        <a:latin typeface="Cambria Math" panose="02040503050406030204" pitchFamily="18" charset="0"/>
                      </a:rPr>
                      <m:t>h</m:t>
                    </m:r>
                    <m:r>
                      <a:rPr lang="en-GB" sz="2600" b="0" i="0" smtClean="0">
                        <a:solidFill>
                          <a:schemeClr val="tx1"/>
                        </a:solidFill>
                        <a:latin typeface="Cambria Math" panose="02040503050406030204" pitchFamily="18" charset="0"/>
                      </a:rPr>
                      <m:t>=0⇒</m:t>
                    </m:r>
                    <m:r>
                      <m:rPr>
                        <m:sty m:val="p"/>
                      </m:rPr>
                      <a:rPr lang="en-GB" sz="2600" b="0" i="0" smtClean="0">
                        <a:solidFill>
                          <a:schemeClr val="tx1"/>
                        </a:solidFill>
                        <a:latin typeface="Cambria Math" panose="02040503050406030204" pitchFamily="18" charset="0"/>
                      </a:rPr>
                      <m:t>no</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citations</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from</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one</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group</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to</m:t>
                    </m:r>
                    <m:r>
                      <a:rPr lang="en-GB" sz="2600" b="0" i="0" smtClean="0">
                        <a:solidFill>
                          <a:schemeClr val="tx1"/>
                        </a:solidFill>
                        <a:latin typeface="Cambria Math" panose="02040503050406030204" pitchFamily="18" charset="0"/>
                      </a:rPr>
                      <m:t> </m:t>
                    </m:r>
                    <m:r>
                      <m:rPr>
                        <m:sty m:val="p"/>
                      </m:rPr>
                      <a:rPr lang="en-GB" sz="2600" b="0" i="0" smtClean="0">
                        <a:solidFill>
                          <a:schemeClr val="tx1"/>
                        </a:solidFill>
                        <a:latin typeface="Cambria Math" panose="02040503050406030204" pitchFamily="18" charset="0"/>
                      </a:rPr>
                      <m:t>other</m:t>
                    </m:r>
                  </m:oMath>
                </a14:m>
                <a:endParaRPr lang="en-GB" sz="2600" dirty="0"/>
              </a:p>
              <a:p>
                <a:pPr algn="just"/>
                <a14:m>
                  <m:oMath xmlns:m="http://schemas.openxmlformats.org/officeDocument/2006/math">
                    <m:r>
                      <m:rPr>
                        <m:sty m:val="p"/>
                      </m:rPr>
                      <a:rPr lang="en-GB" sz="2600" i="0">
                        <a:latin typeface="Cambria Math" panose="02040503050406030204" pitchFamily="18" charset="0"/>
                      </a:rPr>
                      <m:t>h</m:t>
                    </m:r>
                    <m:r>
                      <a:rPr lang="en-GB" sz="2600" i="0">
                        <a:latin typeface="Cambria Math" panose="02040503050406030204" pitchFamily="18" charset="0"/>
                      </a:rPr>
                      <m:t>=1⇒</m:t>
                    </m:r>
                    <m:r>
                      <m:rPr>
                        <m:sty m:val="p"/>
                      </m:rPr>
                      <a:rPr lang="en-GB" sz="2600">
                        <a:latin typeface="Cambria Math" panose="02040503050406030204" pitchFamily="18" charset="0"/>
                      </a:rPr>
                      <m:t>no</m:t>
                    </m:r>
                    <m:r>
                      <a:rPr lang="en-GB" sz="2600" b="0" i="0" smtClean="0">
                        <a:latin typeface="Cambria Math" panose="02040503050406030204" pitchFamily="18" charset="0"/>
                      </a:rPr>
                      <m:t> </m:t>
                    </m:r>
                    <m:r>
                      <m:rPr>
                        <m:sty m:val="p"/>
                      </m:rPr>
                      <a:rPr lang="en-GB" sz="2600" b="0" i="0" smtClean="0">
                        <a:latin typeface="Cambria Math" panose="02040503050406030204" pitchFamily="18" charset="0"/>
                      </a:rPr>
                      <m:t>citations</m:t>
                    </m:r>
                    <m:r>
                      <a:rPr lang="en-GB" sz="2600" b="0" i="0" smtClean="0">
                        <a:latin typeface="Cambria Math" panose="02040503050406030204" pitchFamily="18" charset="0"/>
                      </a:rPr>
                      <m:t> </m:t>
                    </m:r>
                    <m:r>
                      <m:rPr>
                        <m:sty m:val="p"/>
                      </m:rPr>
                      <a:rPr lang="en-GB" sz="2600" b="0" i="0" smtClean="0">
                        <a:latin typeface="Cambria Math" panose="02040503050406030204" pitchFamily="18" charset="0"/>
                      </a:rPr>
                      <m:t>between</m:t>
                    </m:r>
                    <m:r>
                      <a:rPr lang="en-GB" sz="2600" b="0" i="0" smtClean="0">
                        <a:latin typeface="Cambria Math" panose="02040503050406030204" pitchFamily="18" charset="0"/>
                      </a:rPr>
                      <m:t> </m:t>
                    </m:r>
                    <m:r>
                      <m:rPr>
                        <m:sty m:val="p"/>
                      </m:rPr>
                      <a:rPr lang="en-GB" sz="2600" b="0" i="0" smtClean="0">
                        <a:latin typeface="Cambria Math" panose="02040503050406030204" pitchFamily="18" charset="0"/>
                      </a:rPr>
                      <m:t>same</m:t>
                    </m:r>
                    <m:r>
                      <a:rPr lang="en-GB" sz="2600" b="0" i="0" smtClean="0">
                        <a:latin typeface="Cambria Math" panose="02040503050406030204" pitchFamily="18" charset="0"/>
                      </a:rPr>
                      <m:t> </m:t>
                    </m:r>
                    <m:r>
                      <m:rPr>
                        <m:sty m:val="p"/>
                      </m:rPr>
                      <a:rPr lang="en-GB" sz="2600" b="0" i="0" smtClean="0">
                        <a:latin typeface="Cambria Math" panose="02040503050406030204" pitchFamily="18" charset="0"/>
                      </a:rPr>
                      <m:t>group</m:t>
                    </m:r>
                    <m:r>
                      <a:rPr lang="en-GB" sz="2600" b="0" i="0" smtClean="0">
                        <a:latin typeface="Cambria Math" panose="02040503050406030204" pitchFamily="18" charset="0"/>
                      </a:rPr>
                      <m:t> </m:t>
                    </m:r>
                    <m:r>
                      <m:rPr>
                        <m:sty m:val="p"/>
                      </m:rPr>
                      <a:rPr lang="en-GB" sz="2600" b="0" i="0" smtClean="0">
                        <a:latin typeface="Cambria Math" panose="02040503050406030204" pitchFamily="18" charset="0"/>
                      </a:rPr>
                      <m:t>members</m:t>
                    </m:r>
                  </m:oMath>
                </a14:m>
                <a:r>
                  <a:rPr lang="en-GB" sz="2600" dirty="0"/>
                  <a:t> </a:t>
                </a:r>
              </a:p>
            </p:txBody>
          </p:sp>
        </mc:Choice>
        <mc:Fallback xmlns="">
          <p:sp>
            <p:nvSpPr>
              <p:cNvPr id="54" name="TextBox 53">
                <a:extLst>
                  <a:ext uri="{FF2B5EF4-FFF2-40B4-BE49-F238E27FC236}">
                    <a16:creationId xmlns:a16="http://schemas.microsoft.com/office/drawing/2014/main" id="{090E17E1-9135-60E4-5903-0691F9E31772}"/>
                  </a:ext>
                </a:extLst>
              </p:cNvPr>
              <p:cNvSpPr txBox="1">
                <a:spLocks noRot="1" noChangeAspect="1" noMove="1" noResize="1" noEditPoints="1" noAdjustHandles="1" noChangeArrowheads="1" noChangeShapeType="1" noTextEdit="1"/>
              </p:cNvSpPr>
              <p:nvPr/>
            </p:nvSpPr>
            <p:spPr>
              <a:xfrm>
                <a:off x="13075429" y="15035417"/>
                <a:ext cx="7517620" cy="2095445"/>
              </a:xfrm>
              <a:prstGeom prst="rect">
                <a:avLst/>
              </a:prstGeom>
              <a:blipFill>
                <a:blip r:embed="rId7"/>
                <a:stretch>
                  <a:fillRect/>
                </a:stretch>
              </a:blipFill>
            </p:spPr>
            <p:txBody>
              <a:bodyPr/>
              <a:lstStyle/>
              <a:p>
                <a:r>
                  <a:rPr lang="en-GB">
                    <a:noFill/>
                  </a:rPr>
                  <a:t> </a:t>
                </a:r>
              </a:p>
            </p:txBody>
          </p:sp>
        </mc:Fallback>
      </mc:AlternateContent>
      <p:sp>
        <p:nvSpPr>
          <p:cNvPr id="62" name="TextBox 61">
            <a:extLst>
              <a:ext uri="{FF2B5EF4-FFF2-40B4-BE49-F238E27FC236}">
                <a16:creationId xmlns:a16="http://schemas.microsoft.com/office/drawing/2014/main" id="{7FA4A0EE-31C7-E588-8131-10AC1C1F59D9}"/>
              </a:ext>
            </a:extLst>
          </p:cNvPr>
          <p:cNvSpPr txBox="1"/>
          <p:nvPr/>
        </p:nvSpPr>
        <p:spPr>
          <a:xfrm>
            <a:off x="7696459" y="7772375"/>
            <a:ext cx="4953000" cy="417647"/>
          </a:xfrm>
          <a:prstGeom prst="rect">
            <a:avLst/>
          </a:prstGeom>
          <a:noFill/>
        </p:spPr>
        <p:txBody>
          <a:bodyPr wrap="square" lIns="0" tIns="0" rIns="0" bIns="0" rtlCol="0">
            <a:noAutofit/>
          </a:bodyPr>
          <a:lstStyle/>
          <a:p>
            <a:pPr algn="l">
              <a:lnSpc>
                <a:spcPct val="105000"/>
              </a:lnSpc>
            </a:pPr>
            <a:r>
              <a:rPr lang="en-GB" sz="1000" dirty="0"/>
              <a:t>Fig 1:  Directed Acyclic Graph DAG diagram containing 6 nodes, labelled from one to six</a:t>
            </a:r>
            <a:r>
              <a:rPr lang="en-GB" sz="2000" dirty="0"/>
              <a:t>. </a:t>
            </a:r>
            <a:endParaRPr lang="en-GB" sz="2000" dirty="0">
              <a:solidFill>
                <a:schemeClr val="tx1"/>
              </a:solidFill>
            </a:endParaRPr>
          </a:p>
        </p:txBody>
      </p:sp>
      <p:sp>
        <p:nvSpPr>
          <p:cNvPr id="63" name="TextBox 62">
            <a:extLst>
              <a:ext uri="{FF2B5EF4-FFF2-40B4-BE49-F238E27FC236}">
                <a16:creationId xmlns:a16="http://schemas.microsoft.com/office/drawing/2014/main" id="{35E93596-9100-79A1-1E15-512FFA35E24F}"/>
              </a:ext>
            </a:extLst>
          </p:cNvPr>
          <p:cNvSpPr txBox="1"/>
          <p:nvPr/>
        </p:nvSpPr>
        <p:spPr>
          <a:xfrm>
            <a:off x="7801041" y="12099155"/>
            <a:ext cx="4953000" cy="267164"/>
          </a:xfrm>
          <a:prstGeom prst="rect">
            <a:avLst/>
          </a:prstGeom>
          <a:noFill/>
        </p:spPr>
        <p:txBody>
          <a:bodyPr wrap="square" lIns="0" tIns="0" rIns="0" bIns="0" rtlCol="0">
            <a:noAutofit/>
          </a:bodyPr>
          <a:lstStyle/>
          <a:p>
            <a:pPr algn="l">
              <a:lnSpc>
                <a:spcPct val="105000"/>
              </a:lnSpc>
            </a:pPr>
            <a:r>
              <a:rPr lang="en-GB" sz="1000" dirty="0"/>
              <a:t>Fig 2: 50 Node HPA Network  with each node producing 3 edges.</a:t>
            </a:r>
            <a:endParaRPr lang="en-GB" sz="1000" dirty="0">
              <a:solidFill>
                <a:schemeClr val="tx1"/>
              </a:solidFill>
            </a:endParaRPr>
          </a:p>
        </p:txBody>
      </p:sp>
      <p:sp>
        <p:nvSpPr>
          <p:cNvPr id="65" name="TextBox 64">
            <a:extLst>
              <a:ext uri="{FF2B5EF4-FFF2-40B4-BE49-F238E27FC236}">
                <a16:creationId xmlns:a16="http://schemas.microsoft.com/office/drawing/2014/main" id="{18A835D0-41A1-DFFE-A276-4103A3ACC766}"/>
              </a:ext>
            </a:extLst>
          </p:cNvPr>
          <p:cNvSpPr txBox="1"/>
          <p:nvPr/>
        </p:nvSpPr>
        <p:spPr>
          <a:xfrm flipH="1">
            <a:off x="15445735" y="8240007"/>
            <a:ext cx="4592943" cy="245580"/>
          </a:xfrm>
          <a:prstGeom prst="rect">
            <a:avLst/>
          </a:prstGeom>
          <a:noFill/>
        </p:spPr>
        <p:txBody>
          <a:bodyPr wrap="square">
            <a:spAutoFit/>
          </a:bodyPr>
          <a:lstStyle/>
          <a:p>
            <a:pPr algn="l">
              <a:lnSpc>
                <a:spcPct val="105000"/>
              </a:lnSpc>
            </a:pPr>
            <a:r>
              <a:rPr lang="en-GB" sz="1000" dirty="0"/>
              <a:t>Fig 3: 20,000 Node HPA Network with 3 citations per node</a:t>
            </a:r>
            <a:endParaRPr lang="en-GB" sz="1000" dirty="0">
              <a:solidFill>
                <a:schemeClr val="tx1"/>
              </a:solidFill>
            </a:endParaRPr>
          </a:p>
        </p:txBody>
      </p:sp>
      <p:sp>
        <p:nvSpPr>
          <p:cNvPr id="69" name="TextBox 68">
            <a:extLst>
              <a:ext uri="{FF2B5EF4-FFF2-40B4-BE49-F238E27FC236}">
                <a16:creationId xmlns:a16="http://schemas.microsoft.com/office/drawing/2014/main" id="{1817F0A7-A884-8C01-056B-216A08ECFF41}"/>
              </a:ext>
            </a:extLst>
          </p:cNvPr>
          <p:cNvSpPr txBox="1"/>
          <p:nvPr/>
        </p:nvSpPr>
        <p:spPr>
          <a:xfrm>
            <a:off x="7408016" y="22543741"/>
            <a:ext cx="13514491" cy="2739211"/>
          </a:xfrm>
          <a:prstGeom prst="rect">
            <a:avLst/>
          </a:prstGeom>
          <a:noFill/>
        </p:spPr>
        <p:txBody>
          <a:bodyPr wrap="square">
            <a:spAutoFit/>
          </a:bodyPr>
          <a:lstStyle/>
          <a:p>
            <a:r>
              <a:rPr lang="en-GB" sz="4200" b="1" dirty="0">
                <a:solidFill>
                  <a:schemeClr val="tx2"/>
                </a:solidFill>
              </a:rPr>
              <a:t>Statistical Validation</a:t>
            </a:r>
          </a:p>
          <a:p>
            <a:endParaRPr lang="en-GB" sz="2600" dirty="0"/>
          </a:p>
          <a:p>
            <a:pPr algn="just"/>
            <a:r>
              <a:rPr lang="en-GB" sz="2600" dirty="0"/>
              <a:t>Nodes in HPA/homophilic Price networks are extremely coupled. </a:t>
            </a:r>
            <a:r>
              <a:rPr lang="en-GB" sz="2600" dirty="0" err="1"/>
              <a:t>G.o.F</a:t>
            </a:r>
            <a:r>
              <a:rPr lang="en-GB" sz="2600" dirty="0"/>
              <a:t> tests reliant on the existence of finite moments are therefore invalid. We create and use a new, better-suited, numerical </a:t>
            </a:r>
            <a:r>
              <a:rPr lang="en-GB" sz="2600" dirty="0" err="1"/>
              <a:t>G.o.F.</a:t>
            </a:r>
            <a:r>
              <a:rPr lang="en-GB" sz="2600" dirty="0"/>
              <a:t> test for heavy tailed coupled distributions, valid for assessing the amount of the network our theory is valid on for a large a variety of different network topologies.</a:t>
            </a:r>
          </a:p>
        </p:txBody>
      </p:sp>
      <p:sp>
        <p:nvSpPr>
          <p:cNvPr id="71" name="Text Placeholder 76">
            <a:extLst>
              <a:ext uri="{FF2B5EF4-FFF2-40B4-BE49-F238E27FC236}">
                <a16:creationId xmlns:a16="http://schemas.microsoft.com/office/drawing/2014/main" id="{631ABDBD-DBE5-4FEA-6511-51F4D5BA7088}"/>
              </a:ext>
            </a:extLst>
          </p:cNvPr>
          <p:cNvSpPr txBox="1">
            <a:spLocks/>
          </p:cNvSpPr>
          <p:nvPr/>
        </p:nvSpPr>
        <p:spPr>
          <a:xfrm>
            <a:off x="1084263" y="21756035"/>
            <a:ext cx="5610225" cy="867835"/>
          </a:xfrm>
          <a:prstGeom prst="rect">
            <a:avLst/>
          </a:prstGeom>
        </p:spPr>
        <p:txBody>
          <a:bodyPr vert="horz" lIns="0" tIns="0" rIns="0" bIns="0" rtlCol="0">
            <a:noAutofit/>
          </a:bodyPr>
          <a:lstStyle>
            <a:lvl1pPr marL="0" indent="0" algn="l" defTabSz="1202763" rtl="0" eaLnBrk="1" latinLnBrk="0" hangingPunct="1">
              <a:lnSpc>
                <a:spcPct val="105000"/>
              </a:lnSpc>
              <a:spcBef>
                <a:spcPts val="0"/>
              </a:spcBef>
              <a:buFont typeface="Arial" panose="020B0604020202020204" pitchFamily="34" charset="0"/>
              <a:buNone/>
              <a:defRPr sz="1000" kern="1200">
                <a:solidFill>
                  <a:schemeClr val="tx1"/>
                </a:solidFill>
                <a:latin typeface="+mn-lt"/>
                <a:ea typeface="+mn-ea"/>
                <a:cs typeface="+mn-cs"/>
              </a:defRPr>
            </a:lvl1pPr>
            <a:lvl2pPr marL="0" indent="0" algn="l" defTabSz="1202763" rtl="0" eaLnBrk="1" latinLnBrk="0" hangingPunct="1">
              <a:lnSpc>
                <a:spcPct val="105000"/>
              </a:lnSpc>
              <a:spcBef>
                <a:spcPts val="0"/>
              </a:spcBef>
              <a:buFont typeface="Arial" panose="020B0604020202020204" pitchFamily="34" charset="0"/>
              <a:buNone/>
              <a:defRPr sz="1000" b="0" i="0" kern="1200">
                <a:solidFill>
                  <a:schemeClr val="tx1"/>
                </a:solidFill>
                <a:latin typeface="+mj-lt"/>
                <a:ea typeface="+mn-ea"/>
                <a:cs typeface="+mn-cs"/>
              </a:defRPr>
            </a:lvl2pPr>
            <a:lvl3pPr marL="360000" indent="-360000" algn="l" defTabSz="1202763" rtl="0" eaLnBrk="1" latinLnBrk="0" hangingPunct="1">
              <a:lnSpc>
                <a:spcPct val="105000"/>
              </a:lnSpc>
              <a:spcBef>
                <a:spcPts val="0"/>
              </a:spcBef>
              <a:buClr>
                <a:schemeClr val="accent1"/>
              </a:buClr>
              <a:buFont typeface="Arial" panose="020B0604020202020204" pitchFamily="34" charset="0"/>
              <a:buChar char="•"/>
              <a:defRPr sz="1000" kern="1200">
                <a:solidFill>
                  <a:schemeClr val="tx1"/>
                </a:solidFill>
                <a:latin typeface="+mn-lt"/>
                <a:ea typeface="+mn-ea"/>
                <a:cs typeface="+mn-cs"/>
              </a:defRPr>
            </a:lvl3pPr>
            <a:lvl4pPr marL="0" indent="0" algn="l" defTabSz="1202763" rtl="0" eaLnBrk="1" latinLnBrk="0" hangingPunct="1">
              <a:lnSpc>
                <a:spcPct val="105000"/>
              </a:lnSpc>
              <a:spcBef>
                <a:spcPts val="0"/>
              </a:spcBef>
              <a:spcAft>
                <a:spcPts val="0"/>
              </a:spcAft>
              <a:buFont typeface="Arial" panose="020B0604020202020204" pitchFamily="34" charset="0"/>
              <a:buNone/>
              <a:defRPr sz="1000" kern="1200">
                <a:solidFill>
                  <a:schemeClr val="tx1"/>
                </a:solidFill>
                <a:latin typeface="+mn-lt"/>
                <a:ea typeface="+mn-ea"/>
                <a:cs typeface="+mn-cs"/>
              </a:defRPr>
            </a:lvl4pPr>
            <a:lvl5pPr marL="0" indent="0" algn="l" defTabSz="1202763" rtl="0" eaLnBrk="1" latinLnBrk="0" hangingPunct="1">
              <a:lnSpc>
                <a:spcPct val="105000"/>
              </a:lnSpc>
              <a:spcBef>
                <a:spcPts val="0"/>
              </a:spcBef>
              <a:spcAft>
                <a:spcPts val="3969"/>
              </a:spcAft>
              <a:buFont typeface="Arial" panose="020B0604020202020204" pitchFamily="34" charset="0"/>
              <a:buNone/>
              <a:defRPr sz="1000" b="0" kern="1200">
                <a:solidFill>
                  <a:schemeClr val="tx1"/>
                </a:solidFill>
                <a:latin typeface="+mn-lt"/>
                <a:ea typeface="+mn-ea"/>
                <a:cs typeface="+mn-cs"/>
              </a:defRPr>
            </a:lvl5pPr>
            <a:lvl6pPr marL="0" indent="0" algn="l" defTabSz="1202763" rtl="0" eaLnBrk="1" latinLnBrk="0" hangingPunct="1">
              <a:lnSpc>
                <a:spcPct val="105000"/>
              </a:lnSpc>
              <a:spcBef>
                <a:spcPts val="0"/>
              </a:spcBef>
              <a:spcAft>
                <a:spcPts val="3969"/>
              </a:spcAft>
              <a:buFont typeface="Arial" panose="020B0604020202020204" pitchFamily="34" charset="0"/>
              <a:buNone/>
              <a:defRPr sz="4200" kern="1200">
                <a:solidFill>
                  <a:schemeClr val="tx2"/>
                </a:solidFill>
                <a:latin typeface="+mj-lt"/>
                <a:ea typeface="Inter ExtraBold" panose="02000503000000020004" pitchFamily="2" charset="0"/>
                <a:cs typeface="+mn-cs"/>
              </a:defRPr>
            </a:lvl6pPr>
            <a:lvl7pPr marL="0" indent="0" algn="l" defTabSz="1202763" rtl="0" eaLnBrk="1" latinLnBrk="0" hangingPunct="1">
              <a:lnSpc>
                <a:spcPct val="85000"/>
              </a:lnSpc>
              <a:spcBef>
                <a:spcPts val="0"/>
              </a:spcBef>
              <a:buFont typeface="Arial" panose="020B0604020202020204" pitchFamily="34" charset="0"/>
              <a:buNone/>
              <a:defRPr sz="15000" kern="1200">
                <a:solidFill>
                  <a:schemeClr val="tx2"/>
                </a:solidFill>
                <a:latin typeface="Imperial Sans Text Extrabold" panose="020B0903020202020204" pitchFamily="34" charset="0"/>
                <a:ea typeface="+mn-ea"/>
                <a:cs typeface="+mn-cs"/>
              </a:defRPr>
            </a:lvl7pPr>
            <a:lvl8pPr marL="4510361" indent="-300690" algn="l" defTabSz="1202763" rtl="0" eaLnBrk="1" latinLnBrk="0" hangingPunct="1">
              <a:lnSpc>
                <a:spcPct val="90000"/>
              </a:lnSpc>
              <a:spcBef>
                <a:spcPts val="658"/>
              </a:spcBef>
              <a:buFont typeface="Arial" panose="020B0604020202020204" pitchFamily="34" charset="0"/>
              <a:buChar char="•"/>
              <a:defRPr sz="2600" kern="1200">
                <a:solidFill>
                  <a:schemeClr val="tx1"/>
                </a:solidFill>
                <a:latin typeface="+mn-lt"/>
                <a:ea typeface="+mn-ea"/>
                <a:cs typeface="+mn-cs"/>
              </a:defRPr>
            </a:lvl8pPr>
            <a:lvl9pPr marL="5111743" indent="-300690" algn="l" defTabSz="1202763" rtl="0" eaLnBrk="1" latinLnBrk="0" hangingPunct="1">
              <a:lnSpc>
                <a:spcPct val="90000"/>
              </a:lnSpc>
              <a:spcBef>
                <a:spcPts val="658"/>
              </a:spcBef>
              <a:buFont typeface="Arial" panose="020B0604020202020204" pitchFamily="34" charset="0"/>
              <a:buChar char="•"/>
              <a:defRPr sz="2600" kern="1200">
                <a:solidFill>
                  <a:schemeClr val="tx1"/>
                </a:solidFill>
                <a:latin typeface="+mn-lt"/>
                <a:ea typeface="+mn-ea"/>
                <a:cs typeface="+mn-cs"/>
              </a:defRPr>
            </a:lvl9pPr>
          </a:lstStyle>
          <a:p>
            <a:r>
              <a:rPr lang="en-GB" dirty="0"/>
              <a:t>Image caption or credit goes here and can break over multiple lines as required 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Maecenas </a:t>
            </a:r>
            <a:r>
              <a:rPr lang="en-GB" dirty="0" err="1"/>
              <a:t>porttitor</a:t>
            </a:r>
            <a:r>
              <a:rPr lang="en-GB" dirty="0"/>
              <a:t> </a:t>
            </a:r>
            <a:r>
              <a:rPr lang="en-GB" dirty="0" err="1"/>
              <a:t>congue</a:t>
            </a:r>
            <a:r>
              <a:rPr lang="en-GB" dirty="0"/>
              <a:t> </a:t>
            </a:r>
            <a:r>
              <a:rPr lang="en-GB" dirty="0" err="1"/>
              <a:t>massa</a:t>
            </a:r>
            <a:r>
              <a:rPr lang="en-GB" dirty="0"/>
              <a:t>. </a:t>
            </a:r>
            <a:r>
              <a:rPr lang="en-GB" dirty="0" err="1"/>
              <a:t>Fusce</a:t>
            </a:r>
            <a:r>
              <a:rPr lang="en-GB" dirty="0"/>
              <a:t> </a:t>
            </a:r>
            <a:r>
              <a:rPr lang="en-GB" dirty="0" err="1"/>
              <a:t>posuere</a:t>
            </a:r>
            <a:r>
              <a:rPr lang="en-GB" dirty="0"/>
              <a:t>, magna </a:t>
            </a:r>
            <a:r>
              <a:rPr lang="en-GB" dirty="0" err="1"/>
              <a:t>sed</a:t>
            </a:r>
            <a:r>
              <a:rPr lang="en-GB" dirty="0"/>
              <a:t> pulvinar </a:t>
            </a:r>
            <a:r>
              <a:rPr lang="en-GB" dirty="0" err="1"/>
              <a:t>ultricies</a:t>
            </a:r>
            <a:r>
              <a:rPr lang="en-GB" dirty="0"/>
              <a:t>, </a:t>
            </a:r>
            <a:r>
              <a:rPr lang="en-GB" dirty="0" err="1"/>
              <a:t>purus</a:t>
            </a:r>
            <a:r>
              <a:rPr lang="en-GB" dirty="0"/>
              <a:t> </a:t>
            </a:r>
            <a:r>
              <a:rPr lang="en-GB" dirty="0" err="1"/>
              <a:t>lectus</a:t>
            </a:r>
            <a:r>
              <a:rPr lang="en-GB" dirty="0"/>
              <a:t> </a:t>
            </a:r>
            <a:r>
              <a:rPr lang="en-GB" dirty="0" err="1"/>
              <a:t>malesuada</a:t>
            </a:r>
            <a:r>
              <a:rPr lang="en-GB" dirty="0"/>
              <a:t> libero, sit </a:t>
            </a:r>
            <a:r>
              <a:rPr lang="en-GB" dirty="0" err="1"/>
              <a:t>amet</a:t>
            </a:r>
            <a:r>
              <a:rPr lang="en-GB" dirty="0"/>
              <a:t> </a:t>
            </a:r>
            <a:r>
              <a:rPr lang="en-GB" dirty="0" err="1"/>
              <a:t>commodo</a:t>
            </a:r>
            <a:r>
              <a:rPr lang="en-GB" dirty="0"/>
              <a:t> magna eros </a:t>
            </a:r>
            <a:r>
              <a:rPr lang="en-GB" dirty="0" err="1"/>
              <a:t>quis</a:t>
            </a:r>
            <a:r>
              <a:rPr lang="en-GB" dirty="0"/>
              <a:t> </a:t>
            </a:r>
            <a:r>
              <a:rPr lang="en-GB" dirty="0" err="1"/>
              <a:t>urna</a:t>
            </a:r>
            <a:r>
              <a:rPr lang="en-GB" dirty="0"/>
              <a:t>. </a:t>
            </a:r>
            <a:r>
              <a:rPr lang="en-GB" dirty="0" err="1"/>
              <a:t>Pellentesque</a:t>
            </a:r>
            <a:r>
              <a:rPr lang="en-GB" dirty="0"/>
              <a:t> habitant </a:t>
            </a:r>
            <a:r>
              <a:rPr lang="en-GB" dirty="0" err="1"/>
              <a:t>morbi</a:t>
            </a:r>
            <a:r>
              <a:rPr lang="en-GB" dirty="0"/>
              <a:t> </a:t>
            </a:r>
            <a:r>
              <a:rPr lang="en-GB" dirty="0" err="1"/>
              <a:t>tristique</a:t>
            </a:r>
            <a:r>
              <a:rPr lang="en-GB" dirty="0"/>
              <a:t> </a:t>
            </a:r>
            <a:r>
              <a:rPr lang="en-GB" dirty="0" err="1"/>
              <a:t>senectus</a:t>
            </a:r>
            <a:r>
              <a:rPr lang="en-GB" dirty="0"/>
              <a:t> et </a:t>
            </a:r>
            <a:r>
              <a:rPr lang="en-GB" dirty="0" err="1"/>
              <a:t>netus</a:t>
            </a:r>
            <a:r>
              <a:rPr lang="en-GB" dirty="0"/>
              <a:t> et </a:t>
            </a:r>
            <a:r>
              <a:rPr lang="en-GB" dirty="0" err="1"/>
              <a:t>malesuada</a:t>
            </a:r>
            <a:r>
              <a:rPr lang="en-GB" dirty="0"/>
              <a:t> fames ac </a:t>
            </a:r>
            <a:r>
              <a:rPr lang="en-GB" dirty="0" err="1"/>
              <a:t>turpis</a:t>
            </a:r>
            <a:r>
              <a:rPr lang="en-GB" dirty="0"/>
              <a:t> </a:t>
            </a:r>
            <a:r>
              <a:rPr lang="en-GB" dirty="0" err="1"/>
              <a:t>egestas</a:t>
            </a:r>
            <a:r>
              <a:rPr lang="en-GB" dirty="0"/>
              <a:t>. Proin pharetra </a:t>
            </a:r>
            <a:r>
              <a:rPr lang="en-GB" dirty="0" err="1"/>
              <a:t>nonummy</a:t>
            </a:r>
            <a:r>
              <a:rPr lang="en-GB" dirty="0"/>
              <a:t> </a:t>
            </a:r>
            <a:r>
              <a:rPr lang="en-GB" dirty="0" err="1"/>
              <a:t>pede</a:t>
            </a:r>
            <a:r>
              <a:rPr lang="en-GB" dirty="0"/>
              <a:t>. Mauris et </a:t>
            </a:r>
            <a:r>
              <a:rPr lang="en-GB" dirty="0" err="1"/>
              <a:t>orci</a:t>
            </a:r>
            <a:r>
              <a:rPr lang="en-GB" dirty="0"/>
              <a:t>.</a:t>
            </a:r>
          </a:p>
          <a:p>
            <a:endParaRPr lang="en-GB" dirty="0"/>
          </a:p>
        </p:txBody>
      </p:sp>
      <p:sp>
        <p:nvSpPr>
          <p:cNvPr id="74" name="Text Placeholder 76">
            <a:extLst>
              <a:ext uri="{FF2B5EF4-FFF2-40B4-BE49-F238E27FC236}">
                <a16:creationId xmlns:a16="http://schemas.microsoft.com/office/drawing/2014/main" id="{4128A7C7-C9CF-640E-2146-E39DE97974CE}"/>
              </a:ext>
            </a:extLst>
          </p:cNvPr>
          <p:cNvSpPr txBox="1">
            <a:spLocks/>
          </p:cNvSpPr>
          <p:nvPr/>
        </p:nvSpPr>
        <p:spPr>
          <a:xfrm>
            <a:off x="1166962" y="27738803"/>
            <a:ext cx="5259616" cy="846849"/>
          </a:xfrm>
          <a:prstGeom prst="rect">
            <a:avLst/>
          </a:prstGeom>
        </p:spPr>
        <p:txBody>
          <a:bodyPr vert="horz" lIns="0" tIns="0" rIns="0" bIns="0" rtlCol="0">
            <a:noAutofit/>
          </a:bodyPr>
          <a:lstStyle>
            <a:lvl1pPr marL="0" indent="0" algn="l" defTabSz="1202763" rtl="0" eaLnBrk="1" latinLnBrk="0" hangingPunct="1">
              <a:lnSpc>
                <a:spcPct val="105000"/>
              </a:lnSpc>
              <a:spcBef>
                <a:spcPts val="0"/>
              </a:spcBef>
              <a:buFont typeface="Arial" panose="020B0604020202020204" pitchFamily="34" charset="0"/>
              <a:buNone/>
              <a:defRPr sz="1000" kern="1200">
                <a:solidFill>
                  <a:schemeClr val="tx1"/>
                </a:solidFill>
                <a:latin typeface="+mn-lt"/>
                <a:ea typeface="+mn-ea"/>
                <a:cs typeface="+mn-cs"/>
              </a:defRPr>
            </a:lvl1pPr>
            <a:lvl2pPr marL="0" indent="0" algn="l" defTabSz="1202763" rtl="0" eaLnBrk="1" latinLnBrk="0" hangingPunct="1">
              <a:lnSpc>
                <a:spcPct val="105000"/>
              </a:lnSpc>
              <a:spcBef>
                <a:spcPts val="0"/>
              </a:spcBef>
              <a:buFont typeface="Arial" panose="020B0604020202020204" pitchFamily="34" charset="0"/>
              <a:buNone/>
              <a:defRPr sz="1000" b="0" i="0" kern="1200">
                <a:solidFill>
                  <a:schemeClr val="tx1"/>
                </a:solidFill>
                <a:latin typeface="+mj-lt"/>
                <a:ea typeface="+mn-ea"/>
                <a:cs typeface="+mn-cs"/>
              </a:defRPr>
            </a:lvl2pPr>
            <a:lvl3pPr marL="360000" indent="-360000" algn="l" defTabSz="1202763" rtl="0" eaLnBrk="1" latinLnBrk="0" hangingPunct="1">
              <a:lnSpc>
                <a:spcPct val="105000"/>
              </a:lnSpc>
              <a:spcBef>
                <a:spcPts val="0"/>
              </a:spcBef>
              <a:buClr>
                <a:schemeClr val="accent1"/>
              </a:buClr>
              <a:buFont typeface="Arial" panose="020B0604020202020204" pitchFamily="34" charset="0"/>
              <a:buChar char="•"/>
              <a:defRPr sz="1000" kern="1200">
                <a:solidFill>
                  <a:schemeClr val="tx1"/>
                </a:solidFill>
                <a:latin typeface="+mn-lt"/>
                <a:ea typeface="+mn-ea"/>
                <a:cs typeface="+mn-cs"/>
              </a:defRPr>
            </a:lvl3pPr>
            <a:lvl4pPr marL="0" indent="0" algn="l" defTabSz="1202763" rtl="0" eaLnBrk="1" latinLnBrk="0" hangingPunct="1">
              <a:lnSpc>
                <a:spcPct val="105000"/>
              </a:lnSpc>
              <a:spcBef>
                <a:spcPts val="0"/>
              </a:spcBef>
              <a:spcAft>
                <a:spcPts val="0"/>
              </a:spcAft>
              <a:buFont typeface="Arial" panose="020B0604020202020204" pitchFamily="34" charset="0"/>
              <a:buNone/>
              <a:defRPr sz="1000" kern="1200">
                <a:solidFill>
                  <a:schemeClr val="tx1"/>
                </a:solidFill>
                <a:latin typeface="+mn-lt"/>
                <a:ea typeface="+mn-ea"/>
                <a:cs typeface="+mn-cs"/>
              </a:defRPr>
            </a:lvl4pPr>
            <a:lvl5pPr marL="0" indent="0" algn="l" defTabSz="1202763" rtl="0" eaLnBrk="1" latinLnBrk="0" hangingPunct="1">
              <a:lnSpc>
                <a:spcPct val="105000"/>
              </a:lnSpc>
              <a:spcBef>
                <a:spcPts val="0"/>
              </a:spcBef>
              <a:spcAft>
                <a:spcPts val="3969"/>
              </a:spcAft>
              <a:buFont typeface="Arial" panose="020B0604020202020204" pitchFamily="34" charset="0"/>
              <a:buNone/>
              <a:defRPr sz="1000" b="0" kern="1200">
                <a:solidFill>
                  <a:schemeClr val="tx1"/>
                </a:solidFill>
                <a:latin typeface="+mn-lt"/>
                <a:ea typeface="+mn-ea"/>
                <a:cs typeface="+mn-cs"/>
              </a:defRPr>
            </a:lvl5pPr>
            <a:lvl6pPr marL="0" indent="0" algn="l" defTabSz="1202763" rtl="0" eaLnBrk="1" latinLnBrk="0" hangingPunct="1">
              <a:lnSpc>
                <a:spcPct val="105000"/>
              </a:lnSpc>
              <a:spcBef>
                <a:spcPts val="0"/>
              </a:spcBef>
              <a:spcAft>
                <a:spcPts val="3969"/>
              </a:spcAft>
              <a:buFont typeface="Arial" panose="020B0604020202020204" pitchFamily="34" charset="0"/>
              <a:buNone/>
              <a:defRPr sz="4200" kern="1200">
                <a:solidFill>
                  <a:schemeClr val="tx2"/>
                </a:solidFill>
                <a:latin typeface="+mj-lt"/>
                <a:ea typeface="Inter ExtraBold" panose="02000503000000020004" pitchFamily="2" charset="0"/>
                <a:cs typeface="+mn-cs"/>
              </a:defRPr>
            </a:lvl6pPr>
            <a:lvl7pPr marL="0" indent="0" algn="l" defTabSz="1202763" rtl="0" eaLnBrk="1" latinLnBrk="0" hangingPunct="1">
              <a:lnSpc>
                <a:spcPct val="85000"/>
              </a:lnSpc>
              <a:spcBef>
                <a:spcPts val="0"/>
              </a:spcBef>
              <a:buFont typeface="Arial" panose="020B0604020202020204" pitchFamily="34" charset="0"/>
              <a:buNone/>
              <a:defRPr sz="15000" kern="1200">
                <a:solidFill>
                  <a:schemeClr val="tx2"/>
                </a:solidFill>
                <a:latin typeface="Imperial Sans Text Extrabold" panose="020B0903020202020204" pitchFamily="34" charset="0"/>
                <a:ea typeface="+mn-ea"/>
                <a:cs typeface="+mn-cs"/>
              </a:defRPr>
            </a:lvl7pPr>
            <a:lvl8pPr marL="4510361" indent="-300690" algn="l" defTabSz="1202763" rtl="0" eaLnBrk="1" latinLnBrk="0" hangingPunct="1">
              <a:lnSpc>
                <a:spcPct val="90000"/>
              </a:lnSpc>
              <a:spcBef>
                <a:spcPts val="658"/>
              </a:spcBef>
              <a:buFont typeface="Arial" panose="020B0604020202020204" pitchFamily="34" charset="0"/>
              <a:buChar char="•"/>
              <a:defRPr sz="2600" kern="1200">
                <a:solidFill>
                  <a:schemeClr val="tx1"/>
                </a:solidFill>
                <a:latin typeface="+mn-lt"/>
                <a:ea typeface="+mn-ea"/>
                <a:cs typeface="+mn-cs"/>
              </a:defRPr>
            </a:lvl8pPr>
            <a:lvl9pPr marL="5111743" indent="-300690" algn="l" defTabSz="1202763" rtl="0" eaLnBrk="1" latinLnBrk="0" hangingPunct="1">
              <a:lnSpc>
                <a:spcPct val="90000"/>
              </a:lnSpc>
              <a:spcBef>
                <a:spcPts val="658"/>
              </a:spcBef>
              <a:buFont typeface="Arial" panose="020B0604020202020204" pitchFamily="34" charset="0"/>
              <a:buChar char="•"/>
              <a:defRPr sz="2600" kern="1200">
                <a:solidFill>
                  <a:schemeClr val="tx1"/>
                </a:solidFill>
                <a:latin typeface="+mn-lt"/>
                <a:ea typeface="+mn-ea"/>
                <a:cs typeface="+mn-cs"/>
              </a:defRPr>
            </a:lvl9pPr>
          </a:lstStyle>
          <a:p>
            <a:r>
              <a:rPr lang="en-GB" dirty="0"/>
              <a:t>Image caption or credit goes here and can break over multiple lines as required lorem ipsum </a:t>
            </a:r>
            <a:r>
              <a:rPr lang="en-GB" dirty="0" err="1"/>
              <a:t>dolor</a:t>
            </a:r>
            <a:r>
              <a:rPr lang="en-GB" dirty="0"/>
              <a:t> sit </a:t>
            </a:r>
            <a:r>
              <a:rPr lang="en-GB" dirty="0" err="1"/>
              <a:t>amet</a:t>
            </a:r>
            <a:r>
              <a:rPr lang="en-GB" dirty="0"/>
              <a:t>, </a:t>
            </a:r>
            <a:r>
              <a:rPr lang="en-GB" dirty="0" err="1"/>
              <a:t>consectetuer</a:t>
            </a:r>
            <a:r>
              <a:rPr lang="en-GB" dirty="0"/>
              <a:t> </a:t>
            </a:r>
            <a:r>
              <a:rPr lang="en-GB" dirty="0" err="1"/>
              <a:t>adipiscing</a:t>
            </a:r>
            <a:r>
              <a:rPr lang="en-GB" dirty="0"/>
              <a:t> </a:t>
            </a:r>
            <a:r>
              <a:rPr lang="en-GB" dirty="0" err="1"/>
              <a:t>elit</a:t>
            </a:r>
            <a:r>
              <a:rPr lang="en-GB" dirty="0"/>
              <a:t>. Maecenas </a:t>
            </a:r>
            <a:r>
              <a:rPr lang="en-GB" dirty="0" err="1"/>
              <a:t>porttitor</a:t>
            </a:r>
            <a:r>
              <a:rPr lang="en-GB" dirty="0"/>
              <a:t> </a:t>
            </a:r>
            <a:r>
              <a:rPr lang="en-GB" dirty="0" err="1"/>
              <a:t>congue</a:t>
            </a:r>
            <a:r>
              <a:rPr lang="en-GB" dirty="0"/>
              <a:t> </a:t>
            </a:r>
            <a:r>
              <a:rPr lang="en-GB" dirty="0" err="1"/>
              <a:t>massa</a:t>
            </a:r>
            <a:r>
              <a:rPr lang="en-GB" dirty="0"/>
              <a:t>. </a:t>
            </a:r>
            <a:r>
              <a:rPr lang="en-GB" dirty="0" err="1"/>
              <a:t>Fusce</a:t>
            </a:r>
            <a:r>
              <a:rPr lang="en-GB" dirty="0"/>
              <a:t> </a:t>
            </a:r>
            <a:r>
              <a:rPr lang="en-GB" dirty="0" err="1"/>
              <a:t>posuere</a:t>
            </a:r>
            <a:r>
              <a:rPr lang="en-GB" dirty="0"/>
              <a:t>, magna </a:t>
            </a:r>
            <a:r>
              <a:rPr lang="en-GB" dirty="0" err="1"/>
              <a:t>sed</a:t>
            </a:r>
            <a:r>
              <a:rPr lang="en-GB" dirty="0"/>
              <a:t> pulvinar </a:t>
            </a:r>
            <a:r>
              <a:rPr lang="en-GB" dirty="0" err="1"/>
              <a:t>ultricies</a:t>
            </a:r>
            <a:r>
              <a:rPr lang="en-GB" dirty="0"/>
              <a:t>, </a:t>
            </a:r>
            <a:r>
              <a:rPr lang="en-GB" dirty="0" err="1"/>
              <a:t>purus</a:t>
            </a:r>
            <a:r>
              <a:rPr lang="en-GB" dirty="0"/>
              <a:t> </a:t>
            </a:r>
            <a:r>
              <a:rPr lang="en-GB" dirty="0" err="1"/>
              <a:t>lectus</a:t>
            </a:r>
            <a:r>
              <a:rPr lang="en-GB" dirty="0"/>
              <a:t> </a:t>
            </a:r>
            <a:r>
              <a:rPr lang="en-GB" dirty="0" err="1"/>
              <a:t>malesuada</a:t>
            </a:r>
            <a:r>
              <a:rPr lang="en-GB" dirty="0"/>
              <a:t> libero, sit </a:t>
            </a:r>
            <a:r>
              <a:rPr lang="en-GB" dirty="0" err="1"/>
              <a:t>amet</a:t>
            </a:r>
            <a:r>
              <a:rPr lang="en-GB" dirty="0"/>
              <a:t> </a:t>
            </a:r>
            <a:r>
              <a:rPr lang="en-GB" dirty="0" err="1"/>
              <a:t>commodo</a:t>
            </a:r>
            <a:r>
              <a:rPr lang="en-GB" dirty="0"/>
              <a:t> magna eros </a:t>
            </a:r>
            <a:r>
              <a:rPr lang="en-GB" dirty="0" err="1"/>
              <a:t>quis</a:t>
            </a:r>
            <a:r>
              <a:rPr lang="en-GB" dirty="0"/>
              <a:t> </a:t>
            </a:r>
            <a:r>
              <a:rPr lang="en-GB" dirty="0" err="1"/>
              <a:t>urna</a:t>
            </a:r>
            <a:r>
              <a:rPr lang="en-GB" dirty="0"/>
              <a:t>. </a:t>
            </a:r>
            <a:r>
              <a:rPr lang="en-GB" dirty="0" err="1"/>
              <a:t>Pellentesque</a:t>
            </a:r>
            <a:r>
              <a:rPr lang="en-GB" dirty="0"/>
              <a:t> habitant </a:t>
            </a:r>
            <a:r>
              <a:rPr lang="en-GB" dirty="0" err="1"/>
              <a:t>morbi</a:t>
            </a:r>
            <a:r>
              <a:rPr lang="en-GB" dirty="0"/>
              <a:t> </a:t>
            </a:r>
            <a:r>
              <a:rPr lang="en-GB" dirty="0" err="1"/>
              <a:t>tristique</a:t>
            </a:r>
            <a:r>
              <a:rPr lang="en-GB" dirty="0"/>
              <a:t> </a:t>
            </a:r>
            <a:r>
              <a:rPr lang="en-GB" dirty="0" err="1"/>
              <a:t>senectus</a:t>
            </a:r>
            <a:r>
              <a:rPr lang="en-GB" dirty="0"/>
              <a:t> et </a:t>
            </a:r>
            <a:r>
              <a:rPr lang="en-GB" dirty="0" err="1"/>
              <a:t>netus</a:t>
            </a:r>
            <a:r>
              <a:rPr lang="en-GB" dirty="0"/>
              <a:t> et </a:t>
            </a:r>
            <a:r>
              <a:rPr lang="en-GB" dirty="0" err="1"/>
              <a:t>malesuada</a:t>
            </a:r>
            <a:r>
              <a:rPr lang="en-GB" dirty="0"/>
              <a:t> fames ac </a:t>
            </a:r>
            <a:r>
              <a:rPr lang="en-GB" dirty="0" err="1"/>
              <a:t>turpis</a:t>
            </a:r>
            <a:r>
              <a:rPr lang="en-GB" dirty="0"/>
              <a:t> </a:t>
            </a:r>
            <a:r>
              <a:rPr lang="en-GB" dirty="0" err="1"/>
              <a:t>egestas</a:t>
            </a:r>
            <a:r>
              <a:rPr lang="en-GB" dirty="0"/>
              <a:t>. Proin pharetra </a:t>
            </a:r>
            <a:r>
              <a:rPr lang="en-GB" dirty="0" err="1"/>
              <a:t>nonummy</a:t>
            </a:r>
            <a:r>
              <a:rPr lang="en-GB" dirty="0"/>
              <a:t> </a:t>
            </a:r>
            <a:r>
              <a:rPr lang="en-GB" dirty="0" err="1"/>
              <a:t>pede</a:t>
            </a:r>
            <a:r>
              <a:rPr lang="en-GB" dirty="0"/>
              <a:t>. Mauris et </a:t>
            </a:r>
            <a:r>
              <a:rPr lang="en-GB" dirty="0" err="1"/>
              <a:t>orci</a:t>
            </a:r>
            <a:r>
              <a:rPr lang="en-GB" dirty="0"/>
              <a:t>.</a:t>
            </a:r>
          </a:p>
          <a:p>
            <a:endParaRPr lang="en-GB" dirty="0"/>
          </a:p>
        </p:txBody>
      </p:sp>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5A75D117-198C-2983-1A30-FB9664308773}"/>
                  </a:ext>
                </a:extLst>
              </p:cNvPr>
              <p:cNvSpPr txBox="1"/>
              <p:nvPr/>
            </p:nvSpPr>
            <p:spPr>
              <a:xfrm>
                <a:off x="7516815" y="15467366"/>
                <a:ext cx="5737101" cy="170226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GB" sz="2600" i="1" smtClean="0">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𝛼</m:t>
                          </m:r>
                        </m:e>
                        <m:sub>
                          <m:r>
                            <a:rPr lang="en-GB" sz="2600" i="1">
                              <a:latin typeface="Cambria Math" panose="02040503050406030204" pitchFamily="18" charset="0"/>
                              <a:ea typeface="Cambria Math" panose="02040503050406030204" pitchFamily="18" charset="0"/>
                            </a:rPr>
                            <m:t>𝑥</m:t>
                          </m:r>
                        </m:sub>
                      </m:sSub>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𝛼</m:t>
                      </m:r>
                      <m:d>
                        <m:dPr>
                          <m:ctrlPr>
                            <a:rPr lang="en-GB" sz="2600" i="1">
                              <a:latin typeface="Cambria Math" panose="02040503050406030204" pitchFamily="18" charset="0"/>
                              <a:ea typeface="Cambria Math" panose="02040503050406030204" pitchFamily="18" charset="0"/>
                            </a:rPr>
                          </m:ctrlPr>
                        </m:dPr>
                        <m:e>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h</m:t>
                              </m:r>
                            </m:e>
                            <m:sub>
                              <m:r>
                                <a:rPr lang="en-GB" sz="2600" i="1">
                                  <a:latin typeface="Cambria Math" panose="02040503050406030204" pitchFamily="18" charset="0"/>
                                  <a:ea typeface="Cambria Math" panose="02040503050406030204" pitchFamily="18" charset="0"/>
                                </a:rPr>
                                <m:t>𝑥</m:t>
                              </m:r>
                              <m:sSup>
                                <m:sSupPr>
                                  <m:ctrlPr>
                                    <a:rPr lang="en-GB" sz="2600" i="1">
                                      <a:latin typeface="Cambria Math" panose="02040503050406030204" pitchFamily="18" charset="0"/>
                                      <a:ea typeface="Cambria Math" panose="02040503050406030204" pitchFamily="18" charset="0"/>
                                    </a:rPr>
                                  </m:ctrlPr>
                                </m:sSupPr>
                                <m:e>
                                  <m:r>
                                    <a:rPr lang="en-GB" sz="2600" i="1">
                                      <a:latin typeface="Cambria Math" panose="02040503050406030204" pitchFamily="18" charset="0"/>
                                      <a:ea typeface="Cambria Math" panose="02040503050406030204" pitchFamily="18" charset="0"/>
                                    </a:rPr>
                                    <m:t>𝑥</m:t>
                                  </m:r>
                                </m:e>
                                <m:sup>
                                  <m:r>
                                    <a:rPr lang="en-GB" sz="2600" i="1">
                                      <a:latin typeface="Cambria Math" panose="02040503050406030204" pitchFamily="18" charset="0"/>
                                      <a:ea typeface="Cambria Math" panose="02040503050406030204" pitchFamily="18" charset="0"/>
                                    </a:rPr>
                                    <m:t>′</m:t>
                                  </m:r>
                                </m:sup>
                              </m:sSup>
                            </m:sub>
                          </m:sSub>
                          <m:r>
                            <a:rPr lang="en-GB" sz="2600" i="1">
                              <a:latin typeface="Cambria Math" panose="02040503050406030204" pitchFamily="18" charset="0"/>
                              <a:ea typeface="Cambria Math" panose="02040503050406030204" pitchFamily="18" charset="0"/>
                            </a:rPr>
                            <m:t>, </m:t>
                          </m:r>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h</m:t>
                              </m:r>
                            </m:e>
                            <m:sub>
                              <m:r>
                                <a:rPr lang="en-GB" sz="2600" i="1">
                                  <a:latin typeface="Cambria Math" panose="02040503050406030204" pitchFamily="18" charset="0"/>
                                  <a:ea typeface="Cambria Math" panose="02040503050406030204" pitchFamily="18" charset="0"/>
                                </a:rPr>
                                <m:t>𝑥𝑥</m:t>
                              </m:r>
                            </m:sub>
                          </m:sSub>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𝑓</m:t>
                              </m:r>
                            </m:e>
                            <m:sub>
                              <m:r>
                                <a:rPr lang="en-GB" sz="2600" i="1">
                                  <a:latin typeface="Cambria Math" panose="02040503050406030204" pitchFamily="18" charset="0"/>
                                  <a:ea typeface="Cambria Math" panose="02040503050406030204" pitchFamily="18" charset="0"/>
                                </a:rPr>
                                <m:t>𝑥</m:t>
                              </m:r>
                            </m:sub>
                          </m:sSub>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𝑚</m:t>
                          </m:r>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𝑡</m:t>
                          </m:r>
                        </m:e>
                        <m:e>
                          <m:r>
                            <a:rPr lang="en-GB" sz="2600" i="1">
                              <a:latin typeface="Cambria Math" panose="02040503050406030204" pitchFamily="18" charset="0"/>
                              <a:ea typeface="Cambria Math" panose="02040503050406030204" pitchFamily="18" charset="0"/>
                            </a:rPr>
                            <m:t>𝑥</m:t>
                          </m:r>
                        </m:e>
                      </m:d>
                    </m:oMath>
                  </m:oMathPara>
                </a14:m>
                <a:endParaRPr lang="en-GB" sz="26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sSub>
                        <m:sSubPr>
                          <m:ctrlPr>
                            <a:rPr lang="en-GB" sz="2600" b="0" i="1" smtClean="0">
                              <a:latin typeface="Cambria Math" panose="02040503050406030204" pitchFamily="18" charset="0"/>
                              <a:ea typeface="Cambria Math" panose="02040503050406030204" pitchFamily="18" charset="0"/>
                            </a:rPr>
                          </m:ctrlPr>
                        </m:sSubPr>
                        <m:e>
                          <m:r>
                            <a:rPr lang="en-GB" sz="2600" i="1" smtClean="0">
                              <a:latin typeface="Cambria Math" panose="02040503050406030204" pitchFamily="18" charset="0"/>
                              <a:ea typeface="Cambria Math" panose="02040503050406030204" pitchFamily="18" charset="0"/>
                            </a:rPr>
                            <m:t>𝛾</m:t>
                          </m:r>
                        </m:e>
                        <m:sub>
                          <m:r>
                            <a:rPr lang="en-GB" sz="2600" b="0" i="1" smtClean="0">
                              <a:latin typeface="Cambria Math" panose="02040503050406030204" pitchFamily="18" charset="0"/>
                              <a:ea typeface="Cambria Math" panose="02040503050406030204" pitchFamily="18" charset="0"/>
                            </a:rPr>
                            <m:t>𝑥</m:t>
                          </m:r>
                        </m:sub>
                      </m:sSub>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𝛾</m:t>
                      </m:r>
                      <m:d>
                        <m:dPr>
                          <m:ctrlPr>
                            <a:rPr lang="en-GB" sz="2600" i="1">
                              <a:latin typeface="Cambria Math" panose="02040503050406030204" pitchFamily="18" charset="0"/>
                              <a:ea typeface="Cambria Math" panose="02040503050406030204" pitchFamily="18" charset="0"/>
                            </a:rPr>
                          </m:ctrlPr>
                        </m:dPr>
                        <m:e>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h</m:t>
                              </m:r>
                            </m:e>
                            <m:sub>
                              <m:r>
                                <a:rPr lang="en-GB" sz="2600" i="1">
                                  <a:latin typeface="Cambria Math" panose="02040503050406030204" pitchFamily="18" charset="0"/>
                                  <a:ea typeface="Cambria Math" panose="02040503050406030204" pitchFamily="18" charset="0"/>
                                </a:rPr>
                                <m:t>𝑥</m:t>
                              </m:r>
                              <m:sSup>
                                <m:sSupPr>
                                  <m:ctrlPr>
                                    <a:rPr lang="en-GB" sz="2600" i="1">
                                      <a:latin typeface="Cambria Math" panose="02040503050406030204" pitchFamily="18" charset="0"/>
                                      <a:ea typeface="Cambria Math" panose="02040503050406030204" pitchFamily="18" charset="0"/>
                                    </a:rPr>
                                  </m:ctrlPr>
                                </m:sSupPr>
                                <m:e>
                                  <m:r>
                                    <a:rPr lang="en-GB" sz="2600" i="1">
                                      <a:latin typeface="Cambria Math" panose="02040503050406030204" pitchFamily="18" charset="0"/>
                                      <a:ea typeface="Cambria Math" panose="02040503050406030204" pitchFamily="18" charset="0"/>
                                    </a:rPr>
                                    <m:t>𝑥</m:t>
                                  </m:r>
                                </m:e>
                                <m:sup>
                                  <m:r>
                                    <a:rPr lang="en-GB" sz="2600" i="1">
                                      <a:latin typeface="Cambria Math" panose="02040503050406030204" pitchFamily="18" charset="0"/>
                                      <a:ea typeface="Cambria Math" panose="02040503050406030204" pitchFamily="18" charset="0"/>
                                    </a:rPr>
                                    <m:t>′</m:t>
                                  </m:r>
                                </m:sup>
                              </m:sSup>
                            </m:sub>
                          </m:sSub>
                          <m:r>
                            <a:rPr lang="en-GB" sz="2600" i="1">
                              <a:latin typeface="Cambria Math" panose="02040503050406030204" pitchFamily="18" charset="0"/>
                              <a:ea typeface="Cambria Math" panose="02040503050406030204" pitchFamily="18" charset="0"/>
                            </a:rPr>
                            <m:t>, </m:t>
                          </m:r>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h</m:t>
                              </m:r>
                            </m:e>
                            <m:sub>
                              <m:r>
                                <a:rPr lang="en-GB" sz="2600" i="1">
                                  <a:latin typeface="Cambria Math" panose="02040503050406030204" pitchFamily="18" charset="0"/>
                                  <a:ea typeface="Cambria Math" panose="02040503050406030204" pitchFamily="18" charset="0"/>
                                </a:rPr>
                                <m:t>𝑥𝑥</m:t>
                              </m:r>
                            </m:sub>
                          </m:sSub>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𝑓</m:t>
                              </m:r>
                            </m:e>
                            <m:sub>
                              <m:r>
                                <a:rPr lang="en-GB" sz="2600" i="1">
                                  <a:latin typeface="Cambria Math" panose="02040503050406030204" pitchFamily="18" charset="0"/>
                                  <a:ea typeface="Cambria Math" panose="02040503050406030204" pitchFamily="18" charset="0"/>
                                </a:rPr>
                                <m:t>𝑥</m:t>
                              </m:r>
                            </m:sub>
                          </m:sSub>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𝑚</m:t>
                          </m:r>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𝑡</m:t>
                          </m:r>
                        </m:e>
                        <m:e>
                          <m:r>
                            <a:rPr lang="en-GB" sz="2600" i="1">
                              <a:latin typeface="Cambria Math" panose="02040503050406030204" pitchFamily="18" charset="0"/>
                              <a:ea typeface="Cambria Math" panose="02040503050406030204" pitchFamily="18" charset="0"/>
                            </a:rPr>
                            <m:t>𝑥</m:t>
                          </m:r>
                        </m:e>
                      </m:d>
                    </m:oMath>
                  </m:oMathPara>
                </a14:m>
                <a:endParaRPr lang="en-GB" sz="2600" b="0" i="0" dirty="0">
                  <a:solidFill>
                    <a:schemeClr val="tx1"/>
                  </a:solidFill>
                  <a:latin typeface="Cambria Math" panose="02040503050406030204" pitchFamily="18" charset="0"/>
                </a:endParaRPr>
              </a:p>
              <a:p>
                <a14:m>
                  <m:oMath xmlns:m="http://schemas.openxmlformats.org/officeDocument/2006/math">
                    <m:sSub>
                      <m:sSubPr>
                        <m:ctrlPr>
                          <a:rPr lang="en-GB" sz="2600" i="1">
                            <a:latin typeface="Cambria Math" panose="02040503050406030204" pitchFamily="18" charset="0"/>
                          </a:rPr>
                        </m:ctrlPr>
                      </m:sSubPr>
                      <m:e>
                        <m:r>
                          <m:rPr>
                            <m:sty m:val="p"/>
                          </m:rPr>
                          <a:rPr lang="en-GB" sz="2600">
                            <a:latin typeface="Cambria Math" panose="02040503050406030204" pitchFamily="18" charset="0"/>
                          </a:rPr>
                          <m:t>f</m:t>
                        </m:r>
                      </m:e>
                      <m:sub>
                        <m:r>
                          <m:rPr>
                            <m:sty m:val="p"/>
                          </m:rPr>
                          <a:rPr lang="en-GB" sz="2600">
                            <a:latin typeface="Cambria Math" panose="02040503050406030204" pitchFamily="18" charset="0"/>
                          </a:rPr>
                          <m:t>x</m:t>
                        </m:r>
                      </m:sub>
                    </m:sSub>
                    <m:r>
                      <a:rPr lang="en-GB" sz="2600">
                        <a:latin typeface="Cambria Math" panose="02040503050406030204" pitchFamily="18" charset="0"/>
                      </a:rPr>
                      <m:t>=</m:t>
                    </m:r>
                    <m:r>
                      <m:rPr>
                        <m:sty m:val="p"/>
                      </m:rPr>
                      <a:rPr lang="en-GB" sz="2600">
                        <a:latin typeface="Cambria Math" panose="02040503050406030204" pitchFamily="18" charset="0"/>
                      </a:rPr>
                      <m:t>fraction</m:t>
                    </m:r>
                    <m:r>
                      <a:rPr lang="en-GB" sz="2600">
                        <a:latin typeface="Cambria Math" panose="02040503050406030204" pitchFamily="18" charset="0"/>
                      </a:rPr>
                      <m:t> </m:t>
                    </m:r>
                    <m:r>
                      <m:rPr>
                        <m:sty m:val="p"/>
                      </m:rPr>
                      <a:rPr lang="en-GB" sz="2600">
                        <a:latin typeface="Cambria Math" panose="02040503050406030204" pitchFamily="18" charset="0"/>
                      </a:rPr>
                      <m:t>of</m:t>
                    </m:r>
                    <m:r>
                      <a:rPr lang="en-GB" sz="2600">
                        <a:latin typeface="Cambria Math" panose="02040503050406030204" pitchFamily="18" charset="0"/>
                      </a:rPr>
                      <m:t> </m:t>
                    </m:r>
                    <m:r>
                      <m:rPr>
                        <m:sty m:val="p"/>
                      </m:rPr>
                      <a:rPr lang="en-GB" sz="2600">
                        <a:latin typeface="Cambria Math" panose="02040503050406030204" pitchFamily="18" charset="0"/>
                      </a:rPr>
                      <m:t>newtoek</m:t>
                    </m:r>
                    <m:r>
                      <a:rPr lang="en-GB" sz="2600">
                        <a:latin typeface="Cambria Math" panose="02040503050406030204" pitchFamily="18" charset="0"/>
                      </a:rPr>
                      <m:t> </m:t>
                    </m:r>
                    <m:sSup>
                      <m:sSupPr>
                        <m:ctrlPr>
                          <a:rPr lang="en-GB" sz="2600" i="1">
                            <a:latin typeface="Cambria Math" panose="02040503050406030204" pitchFamily="18" charset="0"/>
                          </a:rPr>
                        </m:ctrlPr>
                      </m:sSupPr>
                      <m:e>
                        <m:r>
                          <m:rPr>
                            <m:sty m:val="p"/>
                          </m:rPr>
                          <a:rPr lang="en-GB" sz="2600">
                            <a:latin typeface="Cambria Math" panose="02040503050406030204" pitchFamily="18" charset="0"/>
                          </a:rPr>
                          <m:t>that</m:t>
                        </m:r>
                      </m:e>
                      <m:sup>
                        <m:r>
                          <a:rPr lang="en-GB" sz="2600">
                            <a:latin typeface="Cambria Math" panose="02040503050406030204" pitchFamily="18" charset="0"/>
                          </a:rPr>
                          <m:t>′</m:t>
                        </m:r>
                      </m:sup>
                    </m:sSup>
                    <m:r>
                      <m:rPr>
                        <m:sty m:val="p"/>
                      </m:rPr>
                      <a:rPr lang="en-GB" sz="2600">
                        <a:latin typeface="Cambria Math" panose="02040503050406030204" pitchFamily="18" charset="0"/>
                      </a:rPr>
                      <m:t>s</m:t>
                    </m:r>
                    <m:r>
                      <a:rPr lang="en-GB" sz="2600">
                        <a:latin typeface="Cambria Math" panose="02040503050406030204" pitchFamily="18" charset="0"/>
                      </a:rPr>
                      <m:t> </m:t>
                    </m:r>
                    <m:r>
                      <m:rPr>
                        <m:sty m:val="p"/>
                      </m:rPr>
                      <a:rPr lang="en-GB" sz="2600">
                        <a:latin typeface="Cambria Math" panose="02040503050406030204" pitchFamily="18" charset="0"/>
                      </a:rPr>
                      <m:t>type</m:t>
                    </m:r>
                    <m:r>
                      <a:rPr lang="en-GB" sz="2600">
                        <a:latin typeface="Cambria Math" panose="02040503050406030204" pitchFamily="18" charset="0"/>
                      </a:rPr>
                      <m:t> </m:t>
                    </m:r>
                    <m:r>
                      <m:rPr>
                        <m:sty m:val="p"/>
                      </m:rPr>
                      <a:rPr lang="en-GB" sz="2600" smtClean="0">
                        <a:latin typeface="Cambria Math" panose="02040503050406030204" pitchFamily="18" charset="0"/>
                      </a:rPr>
                      <m:t>x</m:t>
                    </m:r>
                  </m:oMath>
                </a14:m>
                <a:r>
                  <a:rPr lang="en-GB" sz="2600" dirty="0"/>
                  <a:t> </a:t>
                </a:r>
                <a14:m>
                  <m:oMath xmlns:m="http://schemas.openxmlformats.org/officeDocument/2006/math">
                    <m:r>
                      <m:rPr>
                        <m:sty m:val="p"/>
                      </m:rPr>
                      <a:rPr lang="en-GB" sz="2600">
                        <a:latin typeface="Cambria Math" panose="02040503050406030204" pitchFamily="18" charset="0"/>
                      </a:rPr>
                      <m:t>m</m:t>
                    </m:r>
                    <m:r>
                      <a:rPr lang="en-GB" sz="2600" b="0" i="0" smtClean="0">
                        <a:latin typeface="Cambria Math" panose="02040503050406030204" pitchFamily="18" charset="0"/>
                      </a:rPr>
                      <m:t>= </m:t>
                    </m:r>
                    <m:r>
                      <a:rPr lang="en-GB" sz="2600">
                        <a:latin typeface="Cambria Math" panose="02040503050406030204" pitchFamily="18" charset="0"/>
                      </a:rPr>
                      <m:t> </m:t>
                    </m:r>
                    <m:r>
                      <m:rPr>
                        <m:sty m:val="p"/>
                      </m:rPr>
                      <a:rPr lang="en-GB" sz="2600">
                        <a:latin typeface="Cambria Math" panose="02040503050406030204" pitchFamily="18" charset="0"/>
                      </a:rPr>
                      <m:t>papers</m:t>
                    </m:r>
                    <m:r>
                      <a:rPr lang="en-GB" sz="2600">
                        <a:latin typeface="Cambria Math" panose="02040503050406030204" pitchFamily="18" charset="0"/>
                      </a:rPr>
                      <m:t> </m:t>
                    </m:r>
                    <m:r>
                      <m:rPr>
                        <m:sty m:val="p"/>
                      </m:rPr>
                      <a:rPr lang="en-GB" sz="2600">
                        <a:latin typeface="Cambria Math" panose="02040503050406030204" pitchFamily="18" charset="0"/>
                      </a:rPr>
                      <m:t>each</m:t>
                    </m:r>
                    <m:r>
                      <a:rPr lang="en-GB" sz="2600">
                        <a:latin typeface="Cambria Math" panose="02040503050406030204" pitchFamily="18" charset="0"/>
                      </a:rPr>
                      <m:t> </m:t>
                    </m:r>
                    <m:r>
                      <m:rPr>
                        <m:sty m:val="p"/>
                      </m:rPr>
                      <a:rPr lang="en-GB" sz="2600">
                        <a:latin typeface="Cambria Math" panose="02040503050406030204" pitchFamily="18" charset="0"/>
                      </a:rPr>
                      <m:t>paper</m:t>
                    </m:r>
                    <m:r>
                      <a:rPr lang="en-GB" sz="2600">
                        <a:latin typeface="Cambria Math" panose="02040503050406030204" pitchFamily="18" charset="0"/>
                      </a:rPr>
                      <m:t> </m:t>
                    </m:r>
                    <m:r>
                      <m:rPr>
                        <m:sty m:val="p"/>
                      </m:rPr>
                      <a:rPr lang="en-GB" sz="2600">
                        <a:latin typeface="Cambria Math" panose="02040503050406030204" pitchFamily="18" charset="0"/>
                      </a:rPr>
                      <m:t>cites</m:t>
                    </m:r>
                  </m:oMath>
                </a14:m>
                <a:endParaRPr lang="en-GB" sz="2600" dirty="0"/>
              </a:p>
            </p:txBody>
          </p:sp>
        </mc:Choice>
        <mc:Fallback xmlns="">
          <p:sp>
            <p:nvSpPr>
              <p:cNvPr id="88" name="TextBox 87">
                <a:extLst>
                  <a:ext uri="{FF2B5EF4-FFF2-40B4-BE49-F238E27FC236}">
                    <a16:creationId xmlns:a16="http://schemas.microsoft.com/office/drawing/2014/main" id="{5A75D117-198C-2983-1A30-FB9664308773}"/>
                  </a:ext>
                </a:extLst>
              </p:cNvPr>
              <p:cNvSpPr txBox="1">
                <a:spLocks noRot="1" noChangeAspect="1" noMove="1" noResize="1" noEditPoints="1" noAdjustHandles="1" noChangeArrowheads="1" noChangeShapeType="1" noTextEdit="1"/>
              </p:cNvSpPr>
              <p:nvPr/>
            </p:nvSpPr>
            <p:spPr>
              <a:xfrm>
                <a:off x="7516815" y="15467366"/>
                <a:ext cx="5737101" cy="1702261"/>
              </a:xfrm>
              <a:prstGeom prst="rect">
                <a:avLst/>
              </a:prstGeom>
              <a:blipFill>
                <a:blip r:embed="rId9"/>
                <a:stretch>
                  <a:fillRect/>
                </a:stretch>
              </a:blipFill>
            </p:spPr>
            <p:txBody>
              <a:bodyPr/>
              <a:lstStyle/>
              <a:p>
                <a:r>
                  <a:rPr lang="en-GB">
                    <a:noFill/>
                  </a:rPr>
                  <a:t> </a:t>
                </a:r>
              </a:p>
            </p:txBody>
          </p:sp>
        </mc:Fallback>
      </mc:AlternateContent>
      <p:sp>
        <p:nvSpPr>
          <p:cNvPr id="90" name="TextBox 89">
            <a:extLst>
              <a:ext uri="{FF2B5EF4-FFF2-40B4-BE49-F238E27FC236}">
                <a16:creationId xmlns:a16="http://schemas.microsoft.com/office/drawing/2014/main" id="{BD366EA9-E476-BB1F-AE42-3D380866C80D}"/>
              </a:ext>
            </a:extLst>
          </p:cNvPr>
          <p:cNvSpPr txBox="1"/>
          <p:nvPr/>
        </p:nvSpPr>
        <p:spPr>
          <a:xfrm>
            <a:off x="7547740" y="12394022"/>
            <a:ext cx="2679009" cy="738664"/>
          </a:xfrm>
          <a:prstGeom prst="rect">
            <a:avLst/>
          </a:prstGeom>
          <a:noFill/>
        </p:spPr>
        <p:txBody>
          <a:bodyPr wrap="square">
            <a:spAutoFit/>
          </a:bodyPr>
          <a:lstStyle/>
          <a:p>
            <a:r>
              <a:rPr lang="en-GB" sz="4200" b="1" dirty="0">
                <a:solidFill>
                  <a:schemeClr val="tx2"/>
                </a:solidFill>
              </a:rPr>
              <a:t>Theory</a:t>
            </a:r>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6B886DC3-A3C1-1C3D-BCCC-BB3CB25857EC}"/>
                  </a:ext>
                </a:extLst>
              </p:cNvPr>
              <p:cNvSpPr txBox="1"/>
              <p:nvPr/>
            </p:nvSpPr>
            <p:spPr>
              <a:xfrm>
                <a:off x="9395811" y="12932862"/>
                <a:ext cx="9717882" cy="1492216"/>
              </a:xfrm>
              <a:prstGeom prst="rect">
                <a:avLst/>
              </a:prstGeom>
              <a:noFill/>
            </p:spPr>
            <p:txBody>
              <a:bodyPr wrap="none" lIns="0" tIns="0" rIns="0" bIns="0" rtlCol="0">
                <a:noAutofit/>
              </a:bodyPr>
              <a:lstStyle/>
              <a:p>
                <a:pPr algn="just">
                  <a:lnSpc>
                    <a:spcPct val="105000"/>
                  </a:lnSpc>
                </a:pPr>
                <a14:m>
                  <m:oMathPara xmlns:m="http://schemas.openxmlformats.org/officeDocument/2006/math">
                    <m:oMathParaPr>
                      <m:jc m:val="center"/>
                    </m:oMathParaPr>
                    <m:oMath xmlns:m="http://schemas.openxmlformats.org/officeDocument/2006/math">
                      <m:sSub>
                        <m:sSubPr>
                          <m:ctrlPr>
                            <a:rPr lang="en-GB" sz="2600" b="0" i="1" smtClean="0">
                              <a:solidFill>
                                <a:schemeClr val="tx1"/>
                              </a:solidFill>
                              <a:latin typeface="Cambria Math" panose="02040503050406030204" pitchFamily="18" charset="0"/>
                            </a:rPr>
                          </m:ctrlPr>
                        </m:sSubPr>
                        <m:e>
                          <m:r>
                            <a:rPr lang="en-GB" sz="2600" b="0" i="1" smtClean="0">
                              <a:solidFill>
                                <a:schemeClr val="tx1"/>
                              </a:solidFill>
                              <a:latin typeface="Cambria Math" panose="02040503050406030204" pitchFamily="18" charset="0"/>
                            </a:rPr>
                            <m:t>𝑝</m:t>
                          </m:r>
                        </m:e>
                        <m:sub>
                          <m:r>
                            <a:rPr lang="en-GB" sz="2600" b="0" i="1" smtClean="0">
                              <a:solidFill>
                                <a:schemeClr val="tx1"/>
                              </a:solidFill>
                              <a:latin typeface="Cambria Math" panose="02040503050406030204" pitchFamily="18" charset="0"/>
                              <a:ea typeface="Cambria Math" panose="02040503050406030204" pitchFamily="18" charset="0"/>
                            </a:rPr>
                            <m:t>∞,</m:t>
                          </m:r>
                          <m:r>
                            <a:rPr lang="en-GB" sz="2600" b="0" i="1" smtClean="0">
                              <a:solidFill>
                                <a:schemeClr val="tx1"/>
                              </a:solidFill>
                              <a:latin typeface="Cambria Math" panose="02040503050406030204" pitchFamily="18" charset="0"/>
                              <a:ea typeface="Cambria Math" panose="02040503050406030204" pitchFamily="18" charset="0"/>
                            </a:rPr>
                            <m:t>𝑥</m:t>
                          </m:r>
                        </m:sub>
                      </m:sSub>
                      <m:d>
                        <m:dPr>
                          <m:ctrlPr>
                            <a:rPr lang="en-GB" sz="2600" b="0" i="1" smtClean="0">
                              <a:solidFill>
                                <a:schemeClr val="tx1"/>
                              </a:solidFill>
                              <a:latin typeface="Cambria Math" panose="02040503050406030204" pitchFamily="18" charset="0"/>
                              <a:ea typeface="Cambria Math" panose="02040503050406030204" pitchFamily="18" charset="0"/>
                            </a:rPr>
                          </m:ctrlPr>
                        </m:dPr>
                        <m:e>
                          <m:r>
                            <a:rPr lang="en-GB" sz="2600" b="0" i="1" smtClean="0">
                              <a:solidFill>
                                <a:schemeClr val="tx1"/>
                              </a:solidFill>
                              <a:latin typeface="Cambria Math" panose="02040503050406030204" pitchFamily="18" charset="0"/>
                              <a:ea typeface="Cambria Math" panose="02040503050406030204" pitchFamily="18" charset="0"/>
                            </a:rPr>
                            <m:t>𝑘</m:t>
                          </m:r>
                        </m:e>
                      </m:d>
                      <m:r>
                        <a:rPr lang="en-GB" sz="2600" b="0" i="1" smtClean="0">
                          <a:solidFill>
                            <a:schemeClr val="tx1"/>
                          </a:solidFill>
                          <a:latin typeface="Cambria Math" panose="02040503050406030204" pitchFamily="18" charset="0"/>
                          <a:ea typeface="Cambria Math" panose="02040503050406030204" pitchFamily="18" charset="0"/>
                        </a:rPr>
                        <m:t>=</m:t>
                      </m:r>
                      <m:d>
                        <m:dPr>
                          <m:begChr m:val="{"/>
                          <m:endChr m:val=""/>
                          <m:ctrlPr>
                            <a:rPr lang="en-GB" sz="2600" b="0" i="1" smtClean="0">
                              <a:solidFill>
                                <a:schemeClr val="tx1"/>
                              </a:solidFill>
                              <a:latin typeface="Cambria Math" panose="02040503050406030204" pitchFamily="18" charset="0"/>
                              <a:ea typeface="Cambria Math" panose="02040503050406030204" pitchFamily="18" charset="0"/>
                            </a:rPr>
                          </m:ctrlPr>
                        </m:dPr>
                        <m:e>
                          <m:eqArr>
                            <m:eqArrPr>
                              <m:ctrlPr>
                                <a:rPr lang="en-GB" sz="2600" b="0" i="1" smtClean="0">
                                  <a:solidFill>
                                    <a:schemeClr val="tx1"/>
                                  </a:solidFill>
                                  <a:latin typeface="Cambria Math" panose="02040503050406030204" pitchFamily="18" charset="0"/>
                                  <a:ea typeface="Cambria Math" panose="02040503050406030204" pitchFamily="18" charset="0"/>
                                </a:rPr>
                              </m:ctrlPr>
                            </m:eqArrPr>
                            <m:e>
                              <m:sSub>
                                <m:sSubPr>
                                  <m:ctrlPr>
                                    <a:rPr lang="en-GB" sz="2600" i="1">
                                      <a:latin typeface="Cambria Math" panose="02040503050406030204" pitchFamily="18" charset="0"/>
                                    </a:rPr>
                                  </m:ctrlPr>
                                </m:sSubPr>
                                <m:e>
                                  <m:r>
                                    <a:rPr lang="en-GB" sz="2600" i="1">
                                      <a:latin typeface="Cambria Math" panose="02040503050406030204" pitchFamily="18" charset="0"/>
                                    </a:rPr>
                                    <m:t>𝑝</m:t>
                                  </m:r>
                                </m:e>
                                <m:sub>
                                  <m:r>
                                    <a:rPr lang="en-GB" sz="2600" b="0" i="1" smtClean="0">
                                      <a:latin typeface="Cambria Math" panose="02040503050406030204" pitchFamily="18" charset="0"/>
                                    </a:rPr>
                                    <m:t>0</m:t>
                                  </m:r>
                                  <m:r>
                                    <a:rPr lang="en-GB" sz="2600" i="1">
                                      <a:latin typeface="Cambria Math" panose="02040503050406030204" pitchFamily="18" charset="0"/>
                                      <a:ea typeface="Cambria Math" panose="02040503050406030204" pitchFamily="18" charset="0"/>
                                    </a:rPr>
                                    <m:t>,</m:t>
                                  </m:r>
                                  <m:r>
                                    <a:rPr lang="en-GB" sz="2600" b="0" i="1" smtClean="0">
                                      <a:latin typeface="Cambria Math" panose="02040503050406030204" pitchFamily="18" charset="0"/>
                                      <a:ea typeface="Cambria Math" panose="02040503050406030204" pitchFamily="18" charset="0"/>
                                    </a:rPr>
                                    <m:t>   </m:t>
                                  </m:r>
                                  <m:r>
                                    <a:rPr lang="en-GB" sz="2600" b="0" i="1" smtClean="0">
                                      <a:latin typeface="Cambria Math" panose="02040503050406030204" pitchFamily="18" charset="0"/>
                                      <a:ea typeface="Cambria Math" panose="02040503050406030204" pitchFamily="18" charset="0"/>
                                    </a:rPr>
                                    <m:t>𝑥</m:t>
                                  </m:r>
                                </m:sub>
                              </m:sSub>
                              <m:r>
                                <a:rPr lang="en-GB" sz="2600" b="0" i="1" smtClean="0">
                                  <a:latin typeface="Cambria Math" panose="02040503050406030204" pitchFamily="18" charset="0"/>
                                  <a:ea typeface="Cambria Math" panose="02040503050406030204" pitchFamily="18" charset="0"/>
                                </a:rPr>
                                <m:t>,</m:t>
                              </m:r>
                              <m:r>
                                <a:rPr lang="en-GB" sz="2600" b="0" i="1" smtClean="0">
                                  <a:solidFill>
                                    <a:schemeClr val="tx1"/>
                                  </a:solidFill>
                                  <a:latin typeface="Cambria Math" panose="02040503050406030204" pitchFamily="18" charset="0"/>
                                  <a:ea typeface="Cambria Math" panose="02040503050406030204" pitchFamily="18" charset="0"/>
                                </a:rPr>
                                <m:t>                                                      </m:t>
                              </m:r>
                              <m:r>
                                <a:rPr lang="en-GB" sz="2600" b="0" i="1" smtClean="0">
                                  <a:solidFill>
                                    <a:schemeClr val="tx1"/>
                                  </a:solidFill>
                                  <a:latin typeface="Cambria Math" panose="02040503050406030204" pitchFamily="18" charset="0"/>
                                  <a:ea typeface="Cambria Math" panose="02040503050406030204" pitchFamily="18" charset="0"/>
                                </a:rPr>
                                <m:t>𝑘</m:t>
                              </m:r>
                              <m:r>
                                <a:rPr lang="en-GB" sz="2600" b="0" i="1" smtClean="0">
                                  <a:solidFill>
                                    <a:schemeClr val="tx1"/>
                                  </a:solidFill>
                                  <a:latin typeface="Cambria Math" panose="02040503050406030204" pitchFamily="18" charset="0"/>
                                  <a:ea typeface="Cambria Math" panose="02040503050406030204" pitchFamily="18" charset="0"/>
                                </a:rPr>
                                <m:t>=0</m:t>
                              </m:r>
                            </m:e>
                            <m:e>
                              <m:r>
                                <a:rPr lang="en-GB" sz="2600" b="0" i="1" smtClean="0">
                                  <a:solidFill>
                                    <a:schemeClr val="tx1"/>
                                  </a:solidFill>
                                  <a:latin typeface="Cambria Math" panose="02040503050406030204" pitchFamily="18" charset="0"/>
                                  <a:ea typeface="Cambria Math" panose="02040503050406030204" pitchFamily="18" charset="0"/>
                                </a:rPr>
                                <m:t>&amp;</m:t>
                              </m:r>
                              <m:sSub>
                                <m:sSubPr>
                                  <m:ctrlPr>
                                    <a:rPr lang="en-GB" sz="2600" i="1">
                                      <a:latin typeface="Cambria Math" panose="02040503050406030204" pitchFamily="18" charset="0"/>
                                    </a:rPr>
                                  </m:ctrlPr>
                                </m:sSubPr>
                                <m:e>
                                  <m:r>
                                    <a:rPr lang="en-GB" sz="2600" i="1">
                                      <a:latin typeface="Cambria Math" panose="02040503050406030204" pitchFamily="18" charset="0"/>
                                    </a:rPr>
                                    <m:t>𝑝</m:t>
                                  </m:r>
                                </m:e>
                                <m:sub>
                                  <m:r>
                                    <a:rPr lang="en-GB" sz="2600" i="1">
                                      <a:latin typeface="Cambria Math" panose="02040503050406030204" pitchFamily="18" charset="0"/>
                                    </a:rPr>
                                    <m:t>0</m:t>
                                  </m:r>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𝑥</m:t>
                                  </m:r>
                                </m:sub>
                              </m:sSub>
                              <m:f>
                                <m:fPr>
                                  <m:ctrlPr>
                                    <a:rPr lang="en-GB" sz="2600" i="1" smtClean="0">
                                      <a:latin typeface="Cambria Math" panose="02040503050406030204" pitchFamily="18" charset="0"/>
                                      <a:ea typeface="Cambria Math" panose="02040503050406030204" pitchFamily="18" charset="0"/>
                                    </a:rPr>
                                  </m:ctrlPr>
                                </m:fPr>
                                <m:num>
                                  <m:r>
                                    <a:rPr lang="en-GB" sz="2600" b="0" i="1" smtClean="0">
                                      <a:latin typeface="Cambria Math" panose="02040503050406030204" pitchFamily="18" charset="0"/>
                                      <a:ea typeface="Cambria Math" panose="02040503050406030204" pitchFamily="18" charset="0"/>
                                    </a:rPr>
                                    <m:t>𝐵</m:t>
                                  </m:r>
                                  <m:d>
                                    <m:dPr>
                                      <m:ctrlPr>
                                        <a:rPr lang="en-GB" sz="2600" b="0" i="1" smtClean="0">
                                          <a:latin typeface="Cambria Math" panose="02040503050406030204" pitchFamily="18" charset="0"/>
                                          <a:ea typeface="Cambria Math" panose="02040503050406030204" pitchFamily="18" charset="0"/>
                                        </a:rPr>
                                      </m:ctrlPr>
                                    </m:dPr>
                                    <m:e>
                                      <m:r>
                                        <a:rPr lang="en-GB" sz="2600" b="0" i="1" smtClean="0">
                                          <a:latin typeface="Cambria Math" panose="02040503050406030204" pitchFamily="18" charset="0"/>
                                          <a:ea typeface="Cambria Math" panose="02040503050406030204" pitchFamily="18" charset="0"/>
                                        </a:rPr>
                                        <m:t>𝑘</m:t>
                                      </m:r>
                                      <m:r>
                                        <a:rPr lang="en-GB" sz="2600" b="0" i="1" smtClean="0">
                                          <a:latin typeface="Cambria Math" panose="02040503050406030204" pitchFamily="18" charset="0"/>
                                          <a:ea typeface="Cambria Math" panose="02040503050406030204" pitchFamily="18" charset="0"/>
                                        </a:rPr>
                                        <m:t>, </m:t>
                                      </m:r>
                                      <m:sSub>
                                        <m:sSubPr>
                                          <m:ctrlPr>
                                            <a:rPr lang="en-GB" sz="2600" b="0" i="1" smtClean="0">
                                              <a:latin typeface="Cambria Math" panose="02040503050406030204" pitchFamily="18" charset="0"/>
                                              <a:ea typeface="Cambria Math" panose="02040503050406030204" pitchFamily="18" charset="0"/>
                                            </a:rPr>
                                          </m:ctrlPr>
                                        </m:sSubPr>
                                        <m:e>
                                          <m:r>
                                            <a:rPr lang="en-GB" sz="2600" b="0" i="1" smtClean="0">
                                              <a:latin typeface="Cambria Math" panose="02040503050406030204" pitchFamily="18" charset="0"/>
                                              <a:ea typeface="Cambria Math" panose="02040503050406030204" pitchFamily="18" charset="0"/>
                                            </a:rPr>
                                            <m:t>𝛼</m:t>
                                          </m:r>
                                        </m:e>
                                        <m:sub>
                                          <m:r>
                                            <a:rPr lang="en-GB" sz="2600" b="0" i="1" smtClean="0">
                                              <a:latin typeface="Cambria Math" panose="02040503050406030204" pitchFamily="18" charset="0"/>
                                              <a:ea typeface="Cambria Math" panose="02040503050406030204" pitchFamily="18" charset="0"/>
                                            </a:rPr>
                                            <m:t>𝑥</m:t>
                                          </m:r>
                                        </m:sub>
                                      </m:sSub>
                                      <m:r>
                                        <a:rPr lang="en-GB" sz="2600" b="0" i="1" smtClean="0">
                                          <a:latin typeface="Cambria Math" panose="02040503050406030204" pitchFamily="18" charset="0"/>
                                          <a:ea typeface="Cambria Math" panose="02040503050406030204" pitchFamily="18" charset="0"/>
                                        </a:rPr>
                                        <m:t>+</m:t>
                                      </m:r>
                                      <m:sSub>
                                        <m:sSubPr>
                                          <m:ctrlPr>
                                            <a:rPr lang="en-GB" sz="2600" b="0" i="1" smtClean="0">
                                              <a:latin typeface="Cambria Math" panose="02040503050406030204" pitchFamily="18" charset="0"/>
                                              <a:ea typeface="Cambria Math" panose="02040503050406030204" pitchFamily="18" charset="0"/>
                                            </a:rPr>
                                          </m:ctrlPr>
                                        </m:sSubPr>
                                        <m:e>
                                          <m:r>
                                            <a:rPr lang="en-GB" sz="2600" b="0" i="1" smtClean="0">
                                              <a:latin typeface="Cambria Math" panose="02040503050406030204" pitchFamily="18" charset="0"/>
                                              <a:ea typeface="Cambria Math" panose="02040503050406030204" pitchFamily="18" charset="0"/>
                                            </a:rPr>
                                            <m:t>𝛾</m:t>
                                          </m:r>
                                        </m:e>
                                        <m:sub>
                                          <m:r>
                                            <a:rPr lang="en-GB" sz="2600" b="0" i="1" smtClean="0">
                                              <a:latin typeface="Cambria Math" panose="02040503050406030204" pitchFamily="18" charset="0"/>
                                              <a:ea typeface="Cambria Math" panose="02040503050406030204" pitchFamily="18" charset="0"/>
                                            </a:rPr>
                                            <m:t>𝑥</m:t>
                                          </m:r>
                                        </m:sub>
                                      </m:sSub>
                                    </m:e>
                                  </m:d>
                                </m:num>
                                <m:den>
                                  <m:r>
                                    <a:rPr lang="en-GB" sz="2600" b="0" i="1" smtClean="0">
                                      <a:latin typeface="Cambria Math" panose="02040503050406030204" pitchFamily="18" charset="0"/>
                                      <a:ea typeface="Cambria Math" panose="02040503050406030204" pitchFamily="18" charset="0"/>
                                    </a:rPr>
                                    <m:t>𝐵</m:t>
                                  </m:r>
                                  <m:d>
                                    <m:dPr>
                                      <m:ctrlPr>
                                        <a:rPr lang="en-GB" sz="2600" b="0" i="1" smtClean="0">
                                          <a:latin typeface="Cambria Math" panose="02040503050406030204" pitchFamily="18" charset="0"/>
                                          <a:ea typeface="Cambria Math" panose="02040503050406030204" pitchFamily="18" charset="0"/>
                                        </a:rPr>
                                      </m:ctrlPr>
                                    </m:dPr>
                                    <m:e>
                                      <m:r>
                                        <a:rPr lang="en-GB" sz="2600" b="0" i="1" smtClean="0">
                                          <a:latin typeface="Cambria Math" panose="02040503050406030204" pitchFamily="18" charset="0"/>
                                          <a:ea typeface="Cambria Math" panose="02040503050406030204" pitchFamily="18" charset="0"/>
                                        </a:rPr>
                                        <m:t>𝑘</m:t>
                                      </m:r>
                                      <m:r>
                                        <a:rPr lang="en-GB" sz="2600" b="0" i="1" smtClean="0">
                                          <a:latin typeface="Cambria Math" panose="02040503050406030204" pitchFamily="18" charset="0"/>
                                          <a:ea typeface="Cambria Math" panose="02040503050406030204" pitchFamily="18" charset="0"/>
                                        </a:rPr>
                                        <m:t>, </m:t>
                                      </m:r>
                                      <m:sSub>
                                        <m:sSubPr>
                                          <m:ctrlPr>
                                            <a:rPr lang="en-GB" sz="2600" b="0" i="1" smtClean="0">
                                              <a:latin typeface="Cambria Math" panose="02040503050406030204" pitchFamily="18" charset="0"/>
                                              <a:ea typeface="Cambria Math" panose="02040503050406030204" pitchFamily="18" charset="0"/>
                                            </a:rPr>
                                          </m:ctrlPr>
                                        </m:sSubPr>
                                        <m:e>
                                          <m:r>
                                            <a:rPr lang="en-GB" sz="2600" b="0" i="1" smtClean="0">
                                              <a:latin typeface="Cambria Math" panose="02040503050406030204" pitchFamily="18" charset="0"/>
                                              <a:ea typeface="Cambria Math" panose="02040503050406030204" pitchFamily="18" charset="0"/>
                                            </a:rPr>
                                            <m:t>𝛼</m:t>
                                          </m:r>
                                        </m:e>
                                        <m:sub>
                                          <m:r>
                                            <a:rPr lang="en-GB" sz="2600" b="0" i="1" smtClean="0">
                                              <a:latin typeface="Cambria Math" panose="02040503050406030204" pitchFamily="18" charset="0"/>
                                              <a:ea typeface="Cambria Math" panose="02040503050406030204" pitchFamily="18" charset="0"/>
                                            </a:rPr>
                                            <m:t>𝑥</m:t>
                                          </m:r>
                                        </m:sub>
                                      </m:sSub>
                                    </m:e>
                                  </m:d>
                                </m:den>
                              </m:f>
                              <m:r>
                                <a:rPr lang="en-GB" sz="2600" i="1">
                                  <a:latin typeface="Cambria Math" panose="02040503050406030204" pitchFamily="18" charset="0"/>
                                  <a:ea typeface="Cambria Math" panose="02040503050406030204" pitchFamily="18" charset="0"/>
                                </a:rPr>
                                <m:t>≈</m:t>
                              </m:r>
                              <m:sSup>
                                <m:sSupPr>
                                  <m:ctrlPr>
                                    <a:rPr lang="en-GB" sz="2600" i="1">
                                      <a:latin typeface="Cambria Math" panose="02040503050406030204" pitchFamily="18" charset="0"/>
                                      <a:ea typeface="Cambria Math" panose="02040503050406030204" pitchFamily="18" charset="0"/>
                                    </a:rPr>
                                  </m:ctrlPr>
                                </m:sSupPr>
                                <m:e>
                                  <m:r>
                                    <a:rPr lang="en-GB" sz="2600" i="1">
                                      <a:latin typeface="Cambria Math" panose="02040503050406030204" pitchFamily="18" charset="0"/>
                                      <a:ea typeface="Cambria Math" panose="02040503050406030204" pitchFamily="18" charset="0"/>
                                    </a:rPr>
                                    <m:t> </m:t>
                                  </m:r>
                                  <m:r>
                                    <a:rPr lang="en-GB" sz="2600" i="1">
                                      <a:latin typeface="Cambria Math" panose="02040503050406030204" pitchFamily="18" charset="0"/>
                                      <a:ea typeface="Cambria Math" panose="02040503050406030204" pitchFamily="18" charset="0"/>
                                    </a:rPr>
                                    <m:t>𝑘</m:t>
                                  </m:r>
                                </m:e>
                                <m:sup>
                                  <m:r>
                                    <a:rPr lang="en-GB" sz="2600" i="1">
                                      <a:latin typeface="Cambria Math" panose="02040503050406030204" pitchFamily="18" charset="0"/>
                                      <a:ea typeface="Cambria Math" panose="02040503050406030204" pitchFamily="18" charset="0"/>
                                    </a:rPr>
                                    <m:t>−</m:t>
                                  </m:r>
                                  <m:r>
                                    <a:rPr lang="en-GB" sz="2600" i="1">
                                      <a:latin typeface="Cambria Math" panose="02040503050406030204" pitchFamily="18" charset="0"/>
                                      <a:ea typeface="Cambria Math" panose="02040503050406030204" pitchFamily="18" charset="0"/>
                                    </a:rPr>
                                    <m:t>𝜉</m:t>
                                  </m:r>
                                  <m:d>
                                    <m:dPr>
                                      <m:ctrlPr>
                                        <a:rPr lang="en-GB" sz="2600" i="1">
                                          <a:latin typeface="Cambria Math" panose="02040503050406030204" pitchFamily="18" charset="0"/>
                                          <a:ea typeface="Cambria Math" panose="02040503050406030204" pitchFamily="18" charset="0"/>
                                        </a:rPr>
                                      </m:ctrlPr>
                                    </m:dPr>
                                    <m:e>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𝛼</m:t>
                                          </m:r>
                                        </m:e>
                                        <m:sub>
                                          <m:r>
                                            <a:rPr lang="en-GB" sz="2600" i="1">
                                              <a:latin typeface="Cambria Math" panose="02040503050406030204" pitchFamily="18" charset="0"/>
                                              <a:ea typeface="Cambria Math" panose="02040503050406030204" pitchFamily="18" charset="0"/>
                                            </a:rPr>
                                            <m:t>𝑥</m:t>
                                          </m:r>
                                        </m:sub>
                                      </m:sSub>
                                      <m:r>
                                        <a:rPr lang="en-GB" sz="2600" i="1">
                                          <a:latin typeface="Cambria Math" panose="02040503050406030204" pitchFamily="18" charset="0"/>
                                          <a:ea typeface="Cambria Math" panose="02040503050406030204" pitchFamily="18" charset="0"/>
                                        </a:rPr>
                                        <m:t>,</m:t>
                                      </m:r>
                                      <m:sSub>
                                        <m:sSubPr>
                                          <m:ctrlPr>
                                            <a:rPr lang="en-GB" sz="2600" i="1">
                                              <a:latin typeface="Cambria Math" panose="02040503050406030204" pitchFamily="18" charset="0"/>
                                              <a:ea typeface="Cambria Math" panose="02040503050406030204" pitchFamily="18" charset="0"/>
                                            </a:rPr>
                                          </m:ctrlPr>
                                        </m:sSubPr>
                                        <m:e>
                                          <m:r>
                                            <a:rPr lang="en-GB" sz="2600" i="1">
                                              <a:latin typeface="Cambria Math" panose="02040503050406030204" pitchFamily="18" charset="0"/>
                                              <a:ea typeface="Cambria Math" panose="02040503050406030204" pitchFamily="18" charset="0"/>
                                            </a:rPr>
                                            <m:t>𝛾</m:t>
                                          </m:r>
                                        </m:e>
                                        <m:sub>
                                          <m:r>
                                            <a:rPr lang="en-GB" sz="2600" i="1">
                                              <a:latin typeface="Cambria Math" panose="02040503050406030204" pitchFamily="18" charset="0"/>
                                              <a:ea typeface="Cambria Math" panose="02040503050406030204" pitchFamily="18" charset="0"/>
                                            </a:rPr>
                                            <m:t>𝑥</m:t>
                                          </m:r>
                                        </m:sub>
                                      </m:sSub>
                                    </m:e>
                                  </m:d>
                                </m:sup>
                              </m:sSup>
                              <m:r>
                                <a:rPr lang="en-GB" sz="2600" b="0" i="1" smtClean="0">
                                  <a:latin typeface="Cambria Math" panose="02040503050406030204" pitchFamily="18" charset="0"/>
                                  <a:ea typeface="Cambria Math" panose="02040503050406030204" pitchFamily="18" charset="0"/>
                                </a:rPr>
                                <m:t>,  </m:t>
                              </m:r>
                              <m:r>
                                <a:rPr lang="en-GB" sz="2600" b="0" i="1" smtClean="0">
                                  <a:solidFill>
                                    <a:schemeClr val="tx1"/>
                                  </a:solidFill>
                                  <a:latin typeface="Cambria Math" panose="02040503050406030204" pitchFamily="18" charset="0"/>
                                  <a:ea typeface="Cambria Math" panose="02040503050406030204" pitchFamily="18" charset="0"/>
                                </a:rPr>
                                <m:t>𝑘</m:t>
                              </m:r>
                              <m:r>
                                <a:rPr lang="en-GB" sz="2600" b="0" i="1" smtClean="0">
                                  <a:solidFill>
                                    <a:schemeClr val="tx1"/>
                                  </a:solidFill>
                                  <a:latin typeface="Cambria Math" panose="02040503050406030204" pitchFamily="18" charset="0"/>
                                  <a:ea typeface="Cambria Math" panose="02040503050406030204" pitchFamily="18" charset="0"/>
                                </a:rPr>
                                <m:t>𝜖</m:t>
                              </m:r>
                              <m:sSup>
                                <m:sSupPr>
                                  <m:ctrlPr>
                                    <a:rPr lang="en-GB" sz="2600" b="0" i="1" smtClean="0">
                                      <a:solidFill>
                                        <a:schemeClr val="tx1"/>
                                      </a:solidFill>
                                      <a:latin typeface="Cambria Math" panose="02040503050406030204" pitchFamily="18" charset="0"/>
                                      <a:ea typeface="Cambria Math" panose="02040503050406030204" pitchFamily="18" charset="0"/>
                                    </a:rPr>
                                  </m:ctrlPr>
                                </m:sSupPr>
                                <m:e>
                                  <m:r>
                                    <a:rPr lang="en-GB" sz="2600" b="0" i="1" smtClean="0">
                                      <a:solidFill>
                                        <a:schemeClr val="tx1"/>
                                      </a:solidFill>
                                      <a:latin typeface="Cambria Math" panose="02040503050406030204" pitchFamily="18" charset="0"/>
                                      <a:ea typeface="Cambria Math" panose="02040503050406030204" pitchFamily="18" charset="0"/>
                                    </a:rPr>
                                    <m:t>ℤ</m:t>
                                  </m:r>
                                </m:e>
                                <m:sup>
                                  <m:r>
                                    <a:rPr lang="en-GB" sz="2600" b="0" i="1" smtClean="0">
                                      <a:solidFill>
                                        <a:schemeClr val="tx1"/>
                                      </a:solidFill>
                                      <a:latin typeface="Cambria Math" panose="02040503050406030204" pitchFamily="18" charset="0"/>
                                      <a:ea typeface="Cambria Math" panose="02040503050406030204" pitchFamily="18" charset="0"/>
                                    </a:rPr>
                                    <m:t>+</m:t>
                                  </m:r>
                                </m:sup>
                              </m:sSup>
                              <m:r>
                                <a:rPr lang="en-GB" sz="2600" b="0" i="1" smtClean="0">
                                  <a:solidFill>
                                    <a:schemeClr val="tx1"/>
                                  </a:solidFill>
                                  <a:latin typeface="Cambria Math" panose="02040503050406030204" pitchFamily="18" charset="0"/>
                                  <a:ea typeface="Cambria Math" panose="02040503050406030204" pitchFamily="18" charset="0"/>
                                </a:rPr>
                                <m:t> </m:t>
                              </m:r>
                            </m:e>
                          </m:eqArr>
                          <m:r>
                            <a:rPr lang="en-GB" sz="2600" b="0" i="1" smtClean="0">
                              <a:solidFill>
                                <a:schemeClr val="tx1"/>
                              </a:solidFill>
                              <a:latin typeface="Cambria Math" panose="02040503050406030204" pitchFamily="18" charset="0"/>
                              <a:ea typeface="Cambria Math" panose="02040503050406030204" pitchFamily="18" charset="0"/>
                            </a:rPr>
                            <m:t>                (1)</m:t>
                          </m:r>
                        </m:e>
                      </m:d>
                    </m:oMath>
                  </m:oMathPara>
                </a14:m>
                <a:endParaRPr lang="en-GB" sz="2600" dirty="0">
                  <a:solidFill>
                    <a:schemeClr val="tx1"/>
                  </a:solidFill>
                </a:endParaRPr>
              </a:p>
            </p:txBody>
          </p:sp>
        </mc:Choice>
        <mc:Fallback xmlns="">
          <p:sp>
            <p:nvSpPr>
              <p:cNvPr id="91" name="TextBox 90">
                <a:extLst>
                  <a:ext uri="{FF2B5EF4-FFF2-40B4-BE49-F238E27FC236}">
                    <a16:creationId xmlns:a16="http://schemas.microsoft.com/office/drawing/2014/main" id="{6B886DC3-A3C1-1C3D-BCCC-BB3CB25857EC}"/>
                  </a:ext>
                </a:extLst>
              </p:cNvPr>
              <p:cNvSpPr txBox="1">
                <a:spLocks noRot="1" noChangeAspect="1" noMove="1" noResize="1" noEditPoints="1" noAdjustHandles="1" noChangeArrowheads="1" noChangeShapeType="1" noTextEdit="1"/>
              </p:cNvSpPr>
              <p:nvPr/>
            </p:nvSpPr>
            <p:spPr>
              <a:xfrm>
                <a:off x="9395811" y="12932862"/>
                <a:ext cx="9717882" cy="1492216"/>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EC991BAB-B179-89AA-D51F-4510A95D68E0}"/>
                  </a:ext>
                </a:extLst>
              </p:cNvPr>
              <p:cNvSpPr txBox="1"/>
              <p:nvPr/>
            </p:nvSpPr>
            <p:spPr>
              <a:xfrm>
                <a:off x="7536059" y="14584042"/>
                <a:ext cx="12782546" cy="759751"/>
              </a:xfrm>
              <a:prstGeom prst="rect">
                <a:avLst/>
              </a:prstGeom>
              <a:noFill/>
            </p:spPr>
            <p:txBody>
              <a:bodyPr wrap="square" lIns="0" tIns="0" rIns="0" bIns="0" rtlCol="0">
                <a:noAutofit/>
              </a:bodyPr>
              <a:lstStyle/>
              <a:p>
                <a:pPr algn="just">
                  <a:lnSpc>
                    <a:spcPct val="105000"/>
                  </a:lnSpc>
                </a:pPr>
                <a:r>
                  <a:rPr lang="en-GB" sz="2600" dirty="0"/>
                  <a:t>Probability paper of type </a:t>
                </a:r>
                <a14:m>
                  <m:oMath xmlns:m="http://schemas.openxmlformats.org/officeDocument/2006/math">
                    <m:r>
                      <a:rPr lang="en-GB" sz="2600" b="0" i="1" smtClean="0">
                        <a:latin typeface="Cambria Math" panose="02040503050406030204" pitchFamily="18" charset="0"/>
                      </a:rPr>
                      <m:t>𝑥</m:t>
                    </m:r>
                    <m:r>
                      <a:rPr lang="en-GB" sz="2600" b="0" i="1" smtClean="0">
                        <a:latin typeface="Cambria Math" panose="02040503050406030204" pitchFamily="18" charset="0"/>
                      </a:rPr>
                      <m:t>, </m:t>
                    </m:r>
                  </m:oMath>
                </a14:m>
                <a:r>
                  <a:rPr lang="en-GB" sz="2600" dirty="0">
                    <a:solidFill>
                      <a:schemeClr val="tx1"/>
                    </a:solidFill>
                  </a:rPr>
                  <a:t>has </a:t>
                </a:r>
                <a14:m>
                  <m:oMath xmlns:m="http://schemas.openxmlformats.org/officeDocument/2006/math">
                    <m:r>
                      <a:rPr lang="en-GB" sz="2600" b="0" i="1" smtClean="0">
                        <a:solidFill>
                          <a:schemeClr val="tx1"/>
                        </a:solidFill>
                        <a:latin typeface="Cambria Math" panose="02040503050406030204" pitchFamily="18" charset="0"/>
                      </a:rPr>
                      <m:t>𝑘</m:t>
                    </m:r>
                  </m:oMath>
                </a14:m>
                <a:r>
                  <a:rPr lang="en-GB" sz="2600" dirty="0">
                    <a:solidFill>
                      <a:schemeClr val="tx1"/>
                    </a:solidFill>
                  </a:rPr>
                  <a:t> citations. </a:t>
                </a:r>
                <a:r>
                  <a:rPr lang="en-GB" sz="2600" dirty="0"/>
                  <a:t>(1) </a:t>
                </a:r>
                <a:r>
                  <a:rPr lang="en-GB" sz="2600" dirty="0">
                    <a:solidFill>
                      <a:schemeClr val="tx1"/>
                    </a:solidFill>
                  </a:rPr>
                  <a:t>approximates to the HPA </a:t>
                </a:r>
                <a:r>
                  <a:rPr lang="en-GB" sz="2600" dirty="0"/>
                  <a:t>literature convention under Sterling's approximation. Our result demonstrates superior accuracy. </a:t>
                </a:r>
                <a:endParaRPr lang="en-GB" sz="2600" dirty="0">
                  <a:solidFill>
                    <a:schemeClr val="tx1"/>
                  </a:solidFill>
                </a:endParaRPr>
              </a:p>
            </p:txBody>
          </p:sp>
        </mc:Choice>
        <mc:Fallback xmlns="">
          <p:sp>
            <p:nvSpPr>
              <p:cNvPr id="92" name="TextBox 91">
                <a:extLst>
                  <a:ext uri="{FF2B5EF4-FFF2-40B4-BE49-F238E27FC236}">
                    <a16:creationId xmlns:a16="http://schemas.microsoft.com/office/drawing/2014/main" id="{EC991BAB-B179-89AA-D51F-4510A95D68E0}"/>
                  </a:ext>
                </a:extLst>
              </p:cNvPr>
              <p:cNvSpPr txBox="1">
                <a:spLocks noRot="1" noChangeAspect="1" noMove="1" noResize="1" noEditPoints="1" noAdjustHandles="1" noChangeArrowheads="1" noChangeShapeType="1" noTextEdit="1"/>
              </p:cNvSpPr>
              <p:nvPr/>
            </p:nvSpPr>
            <p:spPr>
              <a:xfrm>
                <a:off x="7536059" y="14584042"/>
                <a:ext cx="12782546" cy="759751"/>
              </a:xfrm>
              <a:prstGeom prst="rect">
                <a:avLst/>
              </a:prstGeom>
              <a:blipFill>
                <a:blip r:embed="rId11"/>
                <a:stretch>
                  <a:fillRect l="-1574" t="-13600" r="-1574" b="-32000"/>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0274E7C7-2099-2149-8C0F-CBC0882F8DF2}"/>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7566520" y="17384955"/>
            <a:ext cx="12732842" cy="4865928"/>
          </a:xfrm>
          <a:prstGeom prst="rect">
            <a:avLst/>
          </a:prstGeom>
        </p:spPr>
      </p:pic>
    </p:spTree>
    <p:extLst>
      <p:ext uri="{BB962C8B-B14F-4D97-AF65-F5344CB8AC3E}">
        <p14:creationId xmlns:p14="http://schemas.microsoft.com/office/powerpoint/2010/main" val="2916138405"/>
      </p:ext>
    </p:extLst>
  </p:cSld>
  <p:clrMapOvr>
    <a:masterClrMapping/>
  </p:clrMapOvr>
  <p:transition>
    <p:fade/>
  </p:transition>
</p:sld>
</file>

<file path=ppt/theme/theme1.xml><?xml version="1.0" encoding="utf-8"?>
<a:theme xmlns:a="http://schemas.openxmlformats.org/drawingml/2006/main" name="ICL Portrait Poster Theme">
  <a:themeElements>
    <a:clrScheme name="Imperial colour theme">
      <a:dk1>
        <a:sysClr val="windowText" lastClr="000000"/>
      </a:dk1>
      <a:lt1>
        <a:sysClr val="window" lastClr="FFFFFF"/>
      </a:lt1>
      <a:dk2>
        <a:srgbClr val="000080"/>
      </a:dk2>
      <a:lt2>
        <a:srgbClr val="F5F5F5"/>
      </a:lt2>
      <a:accent1>
        <a:srgbClr val="0000CD"/>
      </a:accent1>
      <a:accent2>
        <a:srgbClr val="C71585"/>
      </a:accent2>
      <a:accent3>
        <a:srgbClr val="7B68EE"/>
      </a:accent3>
      <a:accent4>
        <a:srgbClr val="FF0000"/>
      </a:accent4>
      <a:accent5>
        <a:srgbClr val="FF4500"/>
      </a:accent5>
      <a:accent6>
        <a:srgbClr val="006400"/>
      </a:accent6>
      <a:hlink>
        <a:srgbClr val="000080"/>
      </a:hlink>
      <a:folHlink>
        <a:srgbClr val="C71585"/>
      </a:folHlink>
    </a:clrScheme>
    <a:fontScheme name="Imperial Sans font theme">
      <a:majorFont>
        <a:latin typeface="Imperial Sans Text Semibold"/>
        <a:ea typeface=""/>
        <a:cs typeface=""/>
      </a:majorFont>
      <a:minorFont>
        <a:latin typeface="Imperial Sans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a:lnSpc>
            <a:spcPct val="105000"/>
          </a:lnSpc>
          <a:defRPr sz="1600" dirty="0">
            <a:solidFill>
              <a:schemeClr val="tx1"/>
            </a:solidFill>
          </a:defRPr>
        </a:defPPr>
      </a:lstStyle>
    </a:txDef>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ICL_Poster Portrait A1 template.potx" id="{102DD3C0-3B38-4CBE-AC27-389CFDD5B01E}" vid="{AB3924F8-CBDD-4D00-8457-0F1783E0162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ark">
      <a:srgbClr val="232333"/>
    </a:custClr>
    <a:custClr name="Navy">
      <a:srgbClr val="000080"/>
    </a:custClr>
    <a:custClr name="Saddle Brown">
      <a:srgbClr val="8B4513"/>
    </a:custClr>
    <a:custClr name="Teal">
      <a:srgbClr val="008080"/>
    </a:custClr>
    <a:custClr name="Medium Violet Red">
      <a:srgbClr val="C71585"/>
    </a:custClr>
    <a:custClr name="Indigo">
      <a:srgbClr val="4B0082"/>
    </a:custClr>
    <a:custClr name="Crimson">
      <a:srgbClr val="DC143C"/>
    </a:custClr>
    <a:custClr name="Orange Red">
      <a:srgbClr val="FF4500"/>
    </a:custClr>
    <a:custClr name="Dark Green">
      <a:srgbClr val="006400"/>
    </a:custClr>
    <a:custClr>
      <a:srgbClr val="FFFFFF"/>
    </a:custClr>
    <a:custClr name="Slate Grey">
      <a:srgbClr val="708090"/>
    </a:custClr>
    <a:custClr name="Imperial Blue">
      <a:srgbClr val="0000CD"/>
    </a:custClr>
    <a:custClr name="Yellow">
      <a:srgbClr val="FFFF00"/>
    </a:custClr>
    <a:custClr name="Turquoise">
      <a:srgbClr val="40E0D0"/>
    </a:custClr>
    <a:custClr name="Violet">
      <a:srgbClr val="EE82EE"/>
    </a:custClr>
    <a:custClr name="Medium Blue Slate">
      <a:srgbClr val="7B68EE"/>
    </a:custClr>
    <a:custClr name="Red">
      <a:srgbClr val="FF0000"/>
    </a:custClr>
    <a:custClr name="Dark Orange">
      <a:srgbClr val="FF8C00"/>
    </a:custClr>
    <a:custClr name="Spring Green">
      <a:srgbClr val="00FF7F"/>
    </a:custClr>
    <a:custClr>
      <a:srgbClr val="FFFFFF"/>
    </a:custClr>
    <a:custClr name="White Smoke">
      <a:srgbClr val="F5F5F5"/>
    </a:custClr>
    <a:custClr name="Deep Sky Blue">
      <a:srgbClr val="00BFFF"/>
    </a:custClr>
    <a:custClr name="Khaki">
      <a:srgbClr val="F0E68C"/>
    </a:custClr>
    <a:custClr name="Pale Turquoise">
      <a:srgbClr val="AFEEEE"/>
    </a:custClr>
    <a:custClr name="Light Pink">
      <a:srgbClr val="FFB6C1"/>
    </a:custClr>
    <a:custClr name="Lavender">
      <a:srgbClr val="E6E6FA"/>
    </a:custClr>
    <a:custClr name="Salmon">
      <a:srgbClr val="FA8072"/>
    </a:custClr>
    <a:custClr name="Orange">
      <a:srgbClr val="FFA500"/>
    </a:custClr>
    <a:custClr name="Pale Green">
      <a:srgbClr val="98FB98"/>
    </a:custClr>
  </a:custClr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Imperial_Poster Portrait A1 template</Template>
  <TotalTime>1118</TotalTime>
  <Words>779</Words>
  <Application>Microsoft Office PowerPoint</Application>
  <PresentationFormat>Custom</PresentationFormat>
  <Paragraphs>35</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Imperial Sans Text Semibold</vt:lpstr>
      <vt:lpstr>Imperial Sans Text</vt:lpstr>
      <vt:lpstr>Imperial Sans Text Extrabold</vt:lpstr>
      <vt:lpstr>Arial</vt:lpstr>
      <vt:lpstr>Cambria Math</vt:lpstr>
      <vt:lpstr>Calibri</vt:lpstr>
      <vt:lpstr>ICL Portrait Poster Theme</vt:lpstr>
      <vt:lpstr>The Science of Quantifying Innovation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Diamond, Sid</dc:creator>
  <cp:lastModifiedBy>Diamond, Sid</cp:lastModifiedBy>
  <cp:revision>24</cp:revision>
  <dcterms:created xsi:type="dcterms:W3CDTF">2026-02-16T10:43:06Z</dcterms:created>
  <dcterms:modified xsi:type="dcterms:W3CDTF">2026-02-17T23:44:43Z</dcterms:modified>
</cp:coreProperties>
</file>